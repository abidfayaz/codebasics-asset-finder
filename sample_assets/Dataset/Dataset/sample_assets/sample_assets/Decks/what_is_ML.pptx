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73" r:id="rId7"/>
    <p:sldId id="259" r:id="rId8"/>
    <p:sldId id="274" r:id="rId9"/>
    <p:sldId id="257" r:id="rId10"/>
    <p:sldId id="275" r:id="rId11"/>
    <p:sldId id="266" r:id="rId12"/>
    <p:sldId id="270" r:id="rId13"/>
    <p:sldId id="269" r:id="rId14"/>
    <p:sldId id="267" r:id="rId15"/>
    <p:sldId id="268" r:id="rId16"/>
    <p:sldId id="261" r:id="rId17"/>
    <p:sldId id="271" r:id="rId18"/>
    <p:sldId id="272" r:id="rId19"/>
    <p:sldId id="260" r:id="rId20"/>
    <p:sldId id="262" r:id="rId21"/>
    <p:sldId id="263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6EE0-460D-44AD-B219-0B96B40A3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DD324-EC28-46C1-82D5-F1CF58C6D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D6806-9D4B-4D9F-814D-29DE30A2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1B892-AEC8-4FE2-B238-401E1F35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86FC1-712D-42FF-AA50-B52A5692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3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31A3-5CE3-45D8-B1B0-C42AF0C7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32D77-9857-42CD-BB71-F117E17E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6582E-BCD0-4622-BD8C-48DDD8E0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36BDE-9EA4-49F7-80CB-9F5243B2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26A3E-C7D7-41CC-B36A-BE11B7A1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6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549B-959A-4A8B-A2E0-7F8A9371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FC103-A201-46A0-B4F2-78A38B24B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B910D-B046-4E3A-8D94-AC55B955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DB92F-7725-4301-88BA-49B6A9FC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5AB6-E9FA-475C-869E-44ABFE06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71D0-9AB9-493D-BDD5-7683F7BA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76CE-E5D7-4F51-9996-5943087B9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91059-1D47-4CB3-B753-3D2651876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260D1-2057-4DE7-9B4D-4A43AA53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C4CC0-E64D-47F5-9F0A-17D915B1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14CD9-E184-4CA8-93E2-ADFD5456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79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CAC7-77C5-407A-A311-2F17CFFCD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B2A3F-FAE7-44AB-AABC-9985656DC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66A14-65D0-48FF-95B4-FB77D3903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BD460-117E-466F-9D3F-2B1E5244E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04782-0D05-4917-86BA-C6140A758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F209D-F83C-4CD6-A906-B0DE338A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9C7D2-E3C1-43CA-8C0A-C7E58816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9A2CD-DA0B-4DB7-9625-131290F4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4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CBC2-B977-48A0-A312-F7BF45C0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1F35DC-7BED-4F14-AB38-E853C9B3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6C431-2E7C-45F8-9989-495AAA3B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BB0DE-6713-41B3-95C6-F065215B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4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80337-126F-4D23-B138-836847A3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7BC40-0963-416E-AACA-8BAB0D11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0AA49-4029-4911-8382-F72F8BC7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58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CEB5-9350-46A7-A4E6-375BE88F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DC96-CEE4-4C97-B5AC-517BA7643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12DEC-8AF9-4A97-802E-79B6383F9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A0478-871B-4DB7-924B-36858476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B48CB-BE3A-4C1C-AD4F-EA143FE1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9ADD9-8911-4CD3-B589-246D0EB8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2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AD22-0B41-46B1-873A-EAA9AEB4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A3874-D003-46AA-8D20-44BC65B94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446F3-B147-494D-BC9B-510B39B7F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816CA-34BB-430C-B992-C30DD030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B93C8-5EF3-4675-9312-463068AB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4C562-597B-412B-AC6F-646DA4C3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7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12E4-B9DF-4A55-9672-F8A58F1BA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BC6A7-4D16-44C1-9A30-57C34C30C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C2B37-7416-4CCB-8A5A-AC94CB64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C0ECB-FA3F-4959-9E21-F9F8CB6C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AEFAA-8A0E-4FFC-836C-428B7611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9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105EA-D95A-4469-841E-5A7A7A9C0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28F53-E94E-4F19-9FF2-CE5F7A105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08478-CB97-4CC8-9767-F0362EA1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0CD83-CC1A-4D09-A3A2-F1051FF7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56459-A11A-4CEA-B07B-B6807882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6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79876-26EE-49FB-BA58-E6843C9A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DF2A4-C691-4598-9048-4100C25AE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A97B5-D75D-409F-9921-73694715D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D13F4-ABCC-4252-AF1B-FC4D3884057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0BC8E-839B-4CC0-AD6A-048CFEBE6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42149-5044-4796-901C-663A8946B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D9368-2E0F-4ECD-98F0-A13A19C72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0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41FF50-1D19-442E-8925-FAC2A4991DB6}"/>
              </a:ext>
            </a:extLst>
          </p:cNvPr>
          <p:cNvSpPr txBox="1"/>
          <p:nvPr/>
        </p:nvSpPr>
        <p:spPr>
          <a:xfrm>
            <a:off x="534865" y="1905506"/>
            <a:ext cx="111222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Oswald Regular" panose="02000503000000000000" pitchFamily="2" charset="0"/>
                <a:ea typeface="Fira Mono" panose="020B0509050000020004" pitchFamily="49" charset="0"/>
              </a:rPr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411412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8E834A-C57C-4A7A-8D04-AF4FEF2A92E7}"/>
              </a:ext>
            </a:extLst>
          </p:cNvPr>
          <p:cNvSpPr txBox="1">
            <a:spLocks/>
          </p:cNvSpPr>
          <p:nvPr/>
        </p:nvSpPr>
        <p:spPr>
          <a:xfrm>
            <a:off x="1031629" y="2250831"/>
            <a:ext cx="10445262" cy="1855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dirty="0">
                <a:latin typeface="Oswald Regular" panose="02000503000000000000" pitchFamily="2" charset="0"/>
              </a:rPr>
            </a:br>
            <a:r>
              <a:rPr lang="en-US" dirty="0">
                <a:latin typeface="Oswald Regular" panose="02000503000000000000" pitchFamily="2" charset="0"/>
              </a:rPr>
              <a:t>284029834098 * 845609845960</a:t>
            </a:r>
          </a:p>
        </p:txBody>
      </p:sp>
    </p:spTree>
    <p:extLst>
      <p:ext uri="{BB962C8B-B14F-4D97-AF65-F5344CB8AC3E}">
        <p14:creationId xmlns:p14="http://schemas.microsoft.com/office/powerpoint/2010/main" val="132700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E40EF8-D8E7-416A-B7EF-4271436B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269" y="1734309"/>
            <a:ext cx="5187462" cy="396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3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0DBEB-03BD-4583-8B0E-7180189A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56" y="1200310"/>
            <a:ext cx="6756888" cy="44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3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299005-E41E-4C31-A7C1-C74109B64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81" y="996593"/>
            <a:ext cx="7164437" cy="48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3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2D28BD4-46E8-4A24-9487-0D014B7FB228}"/>
              </a:ext>
            </a:extLst>
          </p:cNvPr>
          <p:cNvSpPr txBox="1">
            <a:spLocks/>
          </p:cNvSpPr>
          <p:nvPr/>
        </p:nvSpPr>
        <p:spPr>
          <a:xfrm>
            <a:off x="246185" y="896814"/>
            <a:ext cx="11649807" cy="5398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latin typeface="Oswald Regular" panose="02000503000000000000" pitchFamily="2" charset="0"/>
              </a:rPr>
              <a:t>Machine learning is set of techniques to make computers better at doing things that humans (traditionally) can do better then machines </a:t>
            </a:r>
          </a:p>
        </p:txBody>
      </p:sp>
    </p:spTree>
    <p:extLst>
      <p:ext uri="{BB962C8B-B14F-4D97-AF65-F5344CB8AC3E}">
        <p14:creationId xmlns:p14="http://schemas.microsoft.com/office/powerpoint/2010/main" val="215599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AEF1EA-286F-4EC9-A872-10F0EB0A7873}"/>
              </a:ext>
            </a:extLst>
          </p:cNvPr>
          <p:cNvSpPr txBox="1">
            <a:spLocks/>
          </p:cNvSpPr>
          <p:nvPr/>
        </p:nvSpPr>
        <p:spPr>
          <a:xfrm>
            <a:off x="729762" y="1978270"/>
            <a:ext cx="10879015" cy="2743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latin typeface="Oswald Regular" panose="02000503000000000000" pitchFamily="2" charset="0"/>
              </a:rPr>
              <a:t>Machine learning involves making machines learn things like humans do </a:t>
            </a:r>
          </a:p>
        </p:txBody>
      </p:sp>
    </p:spTree>
    <p:extLst>
      <p:ext uri="{BB962C8B-B14F-4D97-AF65-F5344CB8AC3E}">
        <p14:creationId xmlns:p14="http://schemas.microsoft.com/office/powerpoint/2010/main" val="2559887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6453291-5BF1-4981-9EAF-A8274592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93" y="1314450"/>
            <a:ext cx="5481984" cy="440126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0885E0C-FB6B-40E4-8C5A-775CF4410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08" y="2505076"/>
            <a:ext cx="3954929" cy="260398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17807D5B-D71D-4D4E-8CEF-7C08CBE096B5}"/>
              </a:ext>
            </a:extLst>
          </p:cNvPr>
          <p:cNvSpPr txBox="1">
            <a:spLocks/>
          </p:cNvSpPr>
          <p:nvPr/>
        </p:nvSpPr>
        <p:spPr>
          <a:xfrm>
            <a:off x="8112370" y="1097823"/>
            <a:ext cx="2667000" cy="1126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Oswald Regular" panose="02000503000000000000" pitchFamily="2" charset="0"/>
              </a:rPr>
              <a:t>Neurons</a:t>
            </a:r>
          </a:p>
        </p:txBody>
      </p:sp>
    </p:spTree>
    <p:extLst>
      <p:ext uri="{BB962C8B-B14F-4D97-AF65-F5344CB8AC3E}">
        <p14:creationId xmlns:p14="http://schemas.microsoft.com/office/powerpoint/2010/main" val="428101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6CBFA-D173-4CC3-80E1-B85F6BB46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0" y="950301"/>
            <a:ext cx="50673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2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8BC1BE-09CD-4845-8310-CA18E56A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96" y="1038225"/>
            <a:ext cx="5067300" cy="478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AF4F3F-FF33-4AEB-99BA-27DB08A01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89" y="2540977"/>
            <a:ext cx="2443319" cy="1923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117F83-7CA4-431C-A20F-327E2AE2FDD7}"/>
              </a:ext>
            </a:extLst>
          </p:cNvPr>
          <p:cNvSpPr txBox="1"/>
          <p:nvPr/>
        </p:nvSpPr>
        <p:spPr>
          <a:xfrm>
            <a:off x="9108831" y="2971883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Cow</a:t>
            </a: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CE30D-B638-4846-8FE8-C6E4BE0CDB04}"/>
              </a:ext>
            </a:extLst>
          </p:cNvPr>
          <p:cNvSpPr txBox="1"/>
          <p:nvPr/>
        </p:nvSpPr>
        <p:spPr>
          <a:xfrm>
            <a:off x="9108831" y="3681185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Car</a:t>
            </a: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DF6149-D79D-4F75-8A47-112A1FB705C9}"/>
              </a:ext>
            </a:extLst>
          </p:cNvPr>
          <p:cNvCxnSpPr>
            <a:cxnSpLocks/>
          </p:cNvCxnSpPr>
          <p:nvPr/>
        </p:nvCxnSpPr>
        <p:spPr>
          <a:xfrm flipV="1">
            <a:off x="4689231" y="2136531"/>
            <a:ext cx="1184031" cy="6359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741177-B751-4D4B-880C-97254EF56336}"/>
              </a:ext>
            </a:extLst>
          </p:cNvPr>
          <p:cNvCxnSpPr>
            <a:cxnSpLocks/>
          </p:cNvCxnSpPr>
          <p:nvPr/>
        </p:nvCxnSpPr>
        <p:spPr>
          <a:xfrm>
            <a:off x="6550269" y="2039815"/>
            <a:ext cx="1125416" cy="9583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EEA9BE-51B4-4D27-B045-0075753FC8B0}"/>
              </a:ext>
            </a:extLst>
          </p:cNvPr>
          <p:cNvCxnSpPr>
            <a:cxnSpLocks/>
          </p:cNvCxnSpPr>
          <p:nvPr/>
        </p:nvCxnSpPr>
        <p:spPr>
          <a:xfrm flipV="1">
            <a:off x="4689231" y="2259623"/>
            <a:ext cx="1184031" cy="12684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3587EB-C5D9-4A30-A510-7E667093433D}"/>
              </a:ext>
            </a:extLst>
          </p:cNvPr>
          <p:cNvCxnSpPr>
            <a:cxnSpLocks/>
          </p:cNvCxnSpPr>
          <p:nvPr/>
        </p:nvCxnSpPr>
        <p:spPr>
          <a:xfrm>
            <a:off x="6547783" y="2772509"/>
            <a:ext cx="1127902" cy="3223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F4747C-CFCB-4C49-B5FF-C72A3C4D9571}"/>
              </a:ext>
            </a:extLst>
          </p:cNvPr>
          <p:cNvCxnSpPr>
            <a:cxnSpLocks/>
          </p:cNvCxnSpPr>
          <p:nvPr/>
        </p:nvCxnSpPr>
        <p:spPr>
          <a:xfrm>
            <a:off x="8387862" y="3938398"/>
            <a:ext cx="7209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61B3D9-1F7B-4D52-B764-A2B8003ED887}"/>
              </a:ext>
            </a:extLst>
          </p:cNvPr>
          <p:cNvCxnSpPr>
            <a:cxnSpLocks/>
          </p:cNvCxnSpPr>
          <p:nvPr/>
        </p:nvCxnSpPr>
        <p:spPr>
          <a:xfrm>
            <a:off x="8347197" y="3188816"/>
            <a:ext cx="7319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4CDA036-E06A-4579-885C-79085EA535F3}"/>
              </a:ext>
            </a:extLst>
          </p:cNvPr>
          <p:cNvSpPr/>
          <p:nvPr/>
        </p:nvSpPr>
        <p:spPr>
          <a:xfrm>
            <a:off x="5875748" y="1692519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0BD8CF-319C-4B37-AEE1-BD963506ECD0}"/>
              </a:ext>
            </a:extLst>
          </p:cNvPr>
          <p:cNvSpPr/>
          <p:nvPr/>
        </p:nvSpPr>
        <p:spPr>
          <a:xfrm>
            <a:off x="5878458" y="2455706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C03A26-B529-4FE7-9A24-8165296F4CF6}"/>
              </a:ext>
            </a:extLst>
          </p:cNvPr>
          <p:cNvSpPr/>
          <p:nvPr/>
        </p:nvSpPr>
        <p:spPr>
          <a:xfrm>
            <a:off x="7675685" y="2821912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81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8BC1BE-09CD-4845-8310-CA18E56A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96" y="1038225"/>
            <a:ext cx="5067300" cy="4781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117F83-7CA4-431C-A20F-327E2AE2FDD7}"/>
              </a:ext>
            </a:extLst>
          </p:cNvPr>
          <p:cNvSpPr txBox="1"/>
          <p:nvPr/>
        </p:nvSpPr>
        <p:spPr>
          <a:xfrm>
            <a:off x="9108831" y="2927923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Cow</a:t>
            </a: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CE30D-B638-4846-8FE8-C6E4BE0CDB04}"/>
              </a:ext>
            </a:extLst>
          </p:cNvPr>
          <p:cNvSpPr txBox="1"/>
          <p:nvPr/>
        </p:nvSpPr>
        <p:spPr>
          <a:xfrm>
            <a:off x="9108831" y="3681185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Car</a:t>
            </a: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DF6149-D79D-4F75-8A47-112A1FB705C9}"/>
              </a:ext>
            </a:extLst>
          </p:cNvPr>
          <p:cNvCxnSpPr>
            <a:cxnSpLocks/>
          </p:cNvCxnSpPr>
          <p:nvPr/>
        </p:nvCxnSpPr>
        <p:spPr>
          <a:xfrm flipV="1">
            <a:off x="4689231" y="2136531"/>
            <a:ext cx="1184031" cy="6359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741177-B751-4D4B-880C-97254EF56336}"/>
              </a:ext>
            </a:extLst>
          </p:cNvPr>
          <p:cNvCxnSpPr>
            <a:cxnSpLocks/>
          </p:cNvCxnSpPr>
          <p:nvPr/>
        </p:nvCxnSpPr>
        <p:spPr>
          <a:xfrm>
            <a:off x="6550269" y="2039815"/>
            <a:ext cx="1125416" cy="9583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EEA9BE-51B4-4D27-B045-0075753FC8B0}"/>
              </a:ext>
            </a:extLst>
          </p:cNvPr>
          <p:cNvCxnSpPr>
            <a:cxnSpLocks/>
          </p:cNvCxnSpPr>
          <p:nvPr/>
        </p:nvCxnSpPr>
        <p:spPr>
          <a:xfrm flipV="1">
            <a:off x="4689231" y="2259623"/>
            <a:ext cx="1184031" cy="12684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3587EB-C5D9-4A30-A510-7E667093433D}"/>
              </a:ext>
            </a:extLst>
          </p:cNvPr>
          <p:cNvCxnSpPr>
            <a:cxnSpLocks/>
          </p:cNvCxnSpPr>
          <p:nvPr/>
        </p:nvCxnSpPr>
        <p:spPr>
          <a:xfrm>
            <a:off x="6547783" y="2772509"/>
            <a:ext cx="1127902" cy="3223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1912E08-F944-4C78-90AC-B5F10E3B3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62" y="2639166"/>
            <a:ext cx="2655701" cy="177784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1DED2E-A8FA-477E-BAB3-EAE0478FF274}"/>
              </a:ext>
            </a:extLst>
          </p:cNvPr>
          <p:cNvCxnSpPr>
            <a:cxnSpLocks/>
          </p:cNvCxnSpPr>
          <p:nvPr/>
        </p:nvCxnSpPr>
        <p:spPr>
          <a:xfrm flipV="1">
            <a:off x="4689231" y="2927923"/>
            <a:ext cx="1161540" cy="6497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778FD9-F3DE-4B9E-A621-8DC040480353}"/>
              </a:ext>
            </a:extLst>
          </p:cNvPr>
          <p:cNvCxnSpPr>
            <a:cxnSpLocks/>
          </p:cNvCxnSpPr>
          <p:nvPr/>
        </p:nvCxnSpPr>
        <p:spPr>
          <a:xfrm flipV="1">
            <a:off x="4689231" y="3568727"/>
            <a:ext cx="1184031" cy="89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DE114-A130-4EE5-8410-799F73C86AEC}"/>
              </a:ext>
            </a:extLst>
          </p:cNvPr>
          <p:cNvCxnSpPr>
            <a:cxnSpLocks/>
          </p:cNvCxnSpPr>
          <p:nvPr/>
        </p:nvCxnSpPr>
        <p:spPr>
          <a:xfrm flipV="1">
            <a:off x="6547783" y="3165231"/>
            <a:ext cx="1127902" cy="4124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51F1EA-55BD-4648-AAA7-CEEEDE62FE72}"/>
              </a:ext>
            </a:extLst>
          </p:cNvPr>
          <p:cNvCxnSpPr>
            <a:cxnSpLocks/>
          </p:cNvCxnSpPr>
          <p:nvPr/>
        </p:nvCxnSpPr>
        <p:spPr>
          <a:xfrm>
            <a:off x="8376871" y="3165231"/>
            <a:ext cx="7319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1E5C09-B36A-41E6-BB77-1F450A9785EF}"/>
              </a:ext>
            </a:extLst>
          </p:cNvPr>
          <p:cNvCxnSpPr>
            <a:cxnSpLocks/>
          </p:cNvCxnSpPr>
          <p:nvPr/>
        </p:nvCxnSpPr>
        <p:spPr>
          <a:xfrm>
            <a:off x="8387862" y="3938398"/>
            <a:ext cx="7209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A7C852A-9475-4D99-80B7-BFFC1B7BAFA2}"/>
              </a:ext>
            </a:extLst>
          </p:cNvPr>
          <p:cNvSpPr/>
          <p:nvPr/>
        </p:nvSpPr>
        <p:spPr>
          <a:xfrm>
            <a:off x="5875748" y="2454519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AD2F7E-6F4B-4A2A-9DE3-F671248EF293}"/>
              </a:ext>
            </a:extLst>
          </p:cNvPr>
          <p:cNvSpPr/>
          <p:nvPr/>
        </p:nvSpPr>
        <p:spPr>
          <a:xfrm>
            <a:off x="5875748" y="1690775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5588E7-2DE8-436C-975E-6D18063495E8}"/>
              </a:ext>
            </a:extLst>
          </p:cNvPr>
          <p:cNvSpPr/>
          <p:nvPr/>
        </p:nvSpPr>
        <p:spPr>
          <a:xfrm>
            <a:off x="5878647" y="3221431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9B61F8-05E3-4F00-BF14-D2F0E288275F}"/>
              </a:ext>
            </a:extLst>
          </p:cNvPr>
          <p:cNvSpPr/>
          <p:nvPr/>
        </p:nvSpPr>
        <p:spPr>
          <a:xfrm>
            <a:off x="7675685" y="2821912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8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8BC1BE-09CD-4845-8310-CA18E56A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96" y="1038225"/>
            <a:ext cx="5067300" cy="4781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117F83-7CA4-431C-A20F-327E2AE2FDD7}"/>
              </a:ext>
            </a:extLst>
          </p:cNvPr>
          <p:cNvSpPr txBox="1"/>
          <p:nvPr/>
        </p:nvSpPr>
        <p:spPr>
          <a:xfrm>
            <a:off x="9100039" y="2938964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Cow</a:t>
            </a:r>
          </a:p>
          <a:p>
            <a:endParaRPr lang="en-US" sz="2400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  <a:p>
            <a:endParaRPr lang="en-US" sz="2400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CE30D-B638-4846-8FE8-C6E4BE0CDB04}"/>
              </a:ext>
            </a:extLst>
          </p:cNvPr>
          <p:cNvSpPr txBox="1"/>
          <p:nvPr/>
        </p:nvSpPr>
        <p:spPr>
          <a:xfrm>
            <a:off x="9108831" y="3681185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Car</a:t>
            </a:r>
          </a:p>
          <a:p>
            <a:endParaRPr lang="en-US" sz="2400" b="1" dirty="0">
              <a:solidFill>
                <a:srgbClr val="C00000"/>
              </a:solidFill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DF6149-D79D-4F75-8A47-112A1FB705C9}"/>
              </a:ext>
            </a:extLst>
          </p:cNvPr>
          <p:cNvCxnSpPr>
            <a:cxnSpLocks/>
          </p:cNvCxnSpPr>
          <p:nvPr/>
        </p:nvCxnSpPr>
        <p:spPr>
          <a:xfrm>
            <a:off x="4696526" y="4380715"/>
            <a:ext cx="1176736" cy="7188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1DED2E-A8FA-477E-BAB3-EAE0478FF274}"/>
              </a:ext>
            </a:extLst>
          </p:cNvPr>
          <p:cNvCxnSpPr>
            <a:cxnSpLocks/>
          </p:cNvCxnSpPr>
          <p:nvPr/>
        </p:nvCxnSpPr>
        <p:spPr>
          <a:xfrm flipV="1">
            <a:off x="6547783" y="3999767"/>
            <a:ext cx="1127902" cy="11173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778FD9-F3DE-4B9E-A621-8DC040480353}"/>
              </a:ext>
            </a:extLst>
          </p:cNvPr>
          <p:cNvCxnSpPr>
            <a:cxnSpLocks/>
          </p:cNvCxnSpPr>
          <p:nvPr/>
        </p:nvCxnSpPr>
        <p:spPr>
          <a:xfrm flipV="1">
            <a:off x="4696526" y="4376263"/>
            <a:ext cx="1184031" cy="89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DE114-A130-4EE5-8410-799F73C86AEC}"/>
              </a:ext>
            </a:extLst>
          </p:cNvPr>
          <p:cNvCxnSpPr>
            <a:cxnSpLocks/>
          </p:cNvCxnSpPr>
          <p:nvPr/>
        </p:nvCxnSpPr>
        <p:spPr>
          <a:xfrm flipV="1">
            <a:off x="6547783" y="3933093"/>
            <a:ext cx="1127902" cy="4124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C8090FB-FAF3-425C-96C9-5E660A7E8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9" y="2628890"/>
            <a:ext cx="3061391" cy="179839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294AE7-8E2C-43CF-8C78-DA7A8A1AAD9E}"/>
              </a:ext>
            </a:extLst>
          </p:cNvPr>
          <p:cNvCxnSpPr>
            <a:cxnSpLocks/>
          </p:cNvCxnSpPr>
          <p:nvPr/>
        </p:nvCxnSpPr>
        <p:spPr>
          <a:xfrm>
            <a:off x="8387862" y="3933093"/>
            <a:ext cx="7209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81D0CD-883C-48BF-A297-358BF1A0F56B}"/>
              </a:ext>
            </a:extLst>
          </p:cNvPr>
          <p:cNvCxnSpPr>
            <a:cxnSpLocks/>
          </p:cNvCxnSpPr>
          <p:nvPr/>
        </p:nvCxnSpPr>
        <p:spPr>
          <a:xfrm>
            <a:off x="8379070" y="3164674"/>
            <a:ext cx="7209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34DF94D-FA40-4E46-B607-81F1A55B88BC}"/>
              </a:ext>
            </a:extLst>
          </p:cNvPr>
          <p:cNvSpPr/>
          <p:nvPr/>
        </p:nvSpPr>
        <p:spPr>
          <a:xfrm>
            <a:off x="5880557" y="3968995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9789D5-E3AB-41D9-829C-06858A8D09E7}"/>
              </a:ext>
            </a:extLst>
          </p:cNvPr>
          <p:cNvSpPr/>
          <p:nvPr/>
        </p:nvSpPr>
        <p:spPr>
          <a:xfrm>
            <a:off x="5880557" y="4752242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2CB45C-BD45-4D0E-BC25-CD698DB42921}"/>
              </a:ext>
            </a:extLst>
          </p:cNvPr>
          <p:cNvSpPr/>
          <p:nvPr/>
        </p:nvSpPr>
        <p:spPr>
          <a:xfrm>
            <a:off x="7675685" y="3595636"/>
            <a:ext cx="685800" cy="694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72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7D65DA-BB05-4447-A735-E6D4D1AF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1" y="738553"/>
            <a:ext cx="11377246" cy="5301761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Oswald Regular" panose="02000503000000000000" pitchFamily="2" charset="0"/>
              </a:rPr>
              <a:t>Set of techniques to extract knowledge from available data and use that knowledge to make decisions  </a:t>
            </a:r>
          </a:p>
        </p:txBody>
      </p:sp>
    </p:spTree>
    <p:extLst>
      <p:ext uri="{BB962C8B-B14F-4D97-AF65-F5344CB8AC3E}">
        <p14:creationId xmlns:p14="http://schemas.microsoft.com/office/powerpoint/2010/main" val="2508517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2A5B51-2508-4775-B2C1-F1C41AD63442}"/>
              </a:ext>
            </a:extLst>
          </p:cNvPr>
          <p:cNvSpPr/>
          <p:nvPr/>
        </p:nvSpPr>
        <p:spPr>
          <a:xfrm>
            <a:off x="1151793" y="1415561"/>
            <a:ext cx="10216661" cy="49940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257CB-FDBA-4E66-A171-47BF6F62A9C1}"/>
              </a:ext>
            </a:extLst>
          </p:cNvPr>
          <p:cNvSpPr txBox="1"/>
          <p:nvPr/>
        </p:nvSpPr>
        <p:spPr>
          <a:xfrm>
            <a:off x="3508131" y="507620"/>
            <a:ext cx="65238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Fira Mono" panose="020B0509050000020004" pitchFamily="49" charset="0"/>
                <a:ea typeface="Fira Mono" panose="020B0509050000020004" pitchFamily="49" charset="0"/>
              </a:rPr>
              <a:t>Machine Learning</a:t>
            </a:r>
          </a:p>
          <a:p>
            <a:endParaRPr lang="en-US" sz="4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BD2F2E-E67F-4883-84EB-B034A5A2FB34}"/>
              </a:ext>
            </a:extLst>
          </p:cNvPr>
          <p:cNvSpPr/>
          <p:nvPr/>
        </p:nvSpPr>
        <p:spPr>
          <a:xfrm>
            <a:off x="1556239" y="2492779"/>
            <a:ext cx="4536831" cy="23869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Deep Learning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4C5D82-424E-4003-8316-268187B11EF6}"/>
              </a:ext>
            </a:extLst>
          </p:cNvPr>
          <p:cNvSpPr/>
          <p:nvPr/>
        </p:nvSpPr>
        <p:spPr>
          <a:xfrm>
            <a:off x="6462346" y="2492779"/>
            <a:ext cx="4536831" cy="23869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Mathematical Models</a:t>
            </a:r>
          </a:p>
        </p:txBody>
      </p:sp>
    </p:spTree>
    <p:extLst>
      <p:ext uri="{BB962C8B-B14F-4D97-AF65-F5344CB8AC3E}">
        <p14:creationId xmlns:p14="http://schemas.microsoft.com/office/powerpoint/2010/main" val="104299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E0216A-7975-4508-83FD-65098D1C6B9C}"/>
              </a:ext>
            </a:extLst>
          </p:cNvPr>
          <p:cNvSpPr txBox="1">
            <a:spLocks/>
          </p:cNvSpPr>
          <p:nvPr/>
        </p:nvSpPr>
        <p:spPr>
          <a:xfrm>
            <a:off x="783981" y="2903781"/>
            <a:ext cx="10905392" cy="10504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>
                <a:latin typeface="Oswald Regular" panose="02000503000000000000" pitchFamily="2" charset="0"/>
              </a:rPr>
              <a:t>Machine learning in real life</a:t>
            </a:r>
          </a:p>
        </p:txBody>
      </p:sp>
    </p:spTree>
    <p:extLst>
      <p:ext uri="{BB962C8B-B14F-4D97-AF65-F5344CB8AC3E}">
        <p14:creationId xmlns:p14="http://schemas.microsoft.com/office/powerpoint/2010/main" val="2232152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3D2368-C426-4AEC-8BAA-BF2C0158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38" y="1463919"/>
            <a:ext cx="10996524" cy="393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19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EA5FC3-B157-427A-AD86-62631D3E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07" y="1093701"/>
            <a:ext cx="8851985" cy="481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30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22D83B-17C2-42CC-99BD-F30DD6746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243" y="844061"/>
            <a:ext cx="8507289" cy="542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22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EC577D-047E-482B-9A33-9C6CE36C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94" y="1176887"/>
            <a:ext cx="9658350" cy="45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4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6C0266E115364AA9B96DE5BECF7DB6" ma:contentTypeVersion="7" ma:contentTypeDescription="Create a new document." ma:contentTypeScope="" ma:versionID="4119e851e67c0e90c308291d58993d1d">
  <xsd:schema xmlns:xsd="http://www.w3.org/2001/XMLSchema" xmlns:xs="http://www.w3.org/2001/XMLSchema" xmlns:p="http://schemas.microsoft.com/office/2006/metadata/properties" xmlns:ns2="631564f6-0349-4cc5-b00d-7cf3ba42f824" targetNamespace="http://schemas.microsoft.com/office/2006/metadata/properties" ma:root="true" ma:fieldsID="ba1c9389d768911d90c11305e9d8ce38" ns2:_="">
    <xsd:import namespace="631564f6-0349-4cc5-b00d-7cf3ba42f8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564f6-0349-4cc5-b00d-7cf3ba42f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B77E3E-C168-4D5B-B9A2-44934A1A5C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564f6-0349-4cc5-b00d-7cf3ba42f8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F99EA1-C3D9-4CEF-839A-EF42FD4B0E5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BDA711B-97CC-45D0-8C77-899C4CDF18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72</Words>
  <Application>Microsoft Office PowerPoint</Application>
  <PresentationFormat>Widescreen</PresentationFormat>
  <Paragraphs>16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of techniques to extract knowledge from available data and use that knowledge to make decisions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Viral</dc:creator>
  <cp:lastModifiedBy>Viral</cp:lastModifiedBy>
  <cp:revision>28</cp:revision>
  <dcterms:created xsi:type="dcterms:W3CDTF">2018-06-28T11:52:31Z</dcterms:created>
  <dcterms:modified xsi:type="dcterms:W3CDTF">2026-07-10T12:03:41Z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0x010100686C0266E115364AA9B96DE5BECF7DB6</vt:lpwstr>
  </property>
  <property fmtid="{D5CDD505-2E9C-101B-9397-08002B2CF9AE}" pid="3" name="Order">
    <vt:r8>300</vt:r8>
  </property>
</Properties>
</file>