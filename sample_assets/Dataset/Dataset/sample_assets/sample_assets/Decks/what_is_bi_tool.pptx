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70A82-996F-47E9-A198-C6D9A85FC891}" v="63" dt="2022-08-23T21:15:00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6AAF-A27C-E575-221B-98E6D511E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57246-38B0-B082-5386-6BCB18D26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08CE1-50BA-FC60-803B-114170A1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2FAF4-1FD7-6D07-2879-1755A21B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0A4BD-D7E3-B434-B4CC-88941035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81F5-59F0-54A2-1FFD-A5016FA0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021A-4216-8FCC-C133-8C5993A9D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0AE63-EA61-21AC-87D6-CF0A4453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2B092-3854-F2BC-67AC-46DD7328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4A8FF-2378-99C8-4D21-2B92FFBC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5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5D01-9AFD-3D37-8692-3E70B83A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2BE1E-E234-F6B1-2CDE-7D53F4E62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DA50E-1FB4-09E4-D73B-515F937A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8AE62-063E-C340-8A97-AC90A857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5389C-111A-721A-5F38-F1BE94C2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37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2BC0-9603-13AF-242F-C9C0C253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814EF-2088-EF8B-DD6B-DADECAF11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A5BC9-32FD-CA25-912F-0E3A47CD2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525DC-E882-D6C4-64B3-11E1CF4A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5D4B-89F8-2A8E-5F78-99A54FC1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F8D8F-8256-95B7-B25F-CD4B91CD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55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5140-223A-1053-C6D3-65CBCA01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51251-AB9C-3DA7-A8BF-54E247116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791A4-FB57-0425-C538-071742154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D182C-F129-A0C6-ECA9-7C5CDD723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9877A-D252-99DD-4579-84188E22A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AD3A61-17B9-B7E6-2511-B38E5091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CF9CB-51E4-1D69-A025-2AA18ADC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D883F-59E5-0954-2ED6-89E5E880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6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A7F5-6F86-7926-7D68-C780C621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F83A6-90A9-CD05-4B5C-DB9AB66F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80764-253D-8F5D-8F77-EE3611CE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420D0-BC26-59BC-9BD7-0CF1DD46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1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4BCE0-8076-D26F-CFB9-C62876AF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612FE6-861D-645D-3696-B23798B1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5B58-C8CD-2C46-0EEB-9ACEF1B9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1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C53C-1290-F7FB-4F75-6FCAAD78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CBBC2-BFBB-7DB1-E882-C2FF2BE6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B4895-27E1-FC60-589D-C3BBFDFDD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559B5-3CDA-1207-6E67-92077391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BF096-B2ED-87B1-8C6E-4B59C9C1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4ED17-71FA-F3E1-0B5C-5F89C103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1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07D8-C466-5E82-C0D4-B42F4E01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054ABF-DB4B-A0B7-7B2B-418955279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7E976-5DA9-FC19-4FCA-D89EC897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3D0BC-DDB1-49E7-0AA1-75A557C7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ACB87-6314-9F8F-3AA4-FB5EFEFA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79C84-73B3-C618-999C-202BD0AE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114F-168F-7821-E345-F72CA8FB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0AF2A-8EA1-183E-5515-E887B9838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8201-2E21-3B61-BDDD-2B54665C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F656-1B71-06B2-12BD-45059AB74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32156-22ED-07EB-003F-055B82E8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4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F46D7-FBB5-0227-C990-79A0AAAA5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DB651-4E90-44D4-8B9D-1276130EB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C26E-8534-38F8-5F92-78FAAD80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07A9-AEDB-C48C-5FFB-8A9117BC6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37B55-9DFB-BF95-54EE-2F56FA76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8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5D8A6-2076-E237-B2E4-816BF9488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733FD-CEA6-6792-C5F9-46F51B6E2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8C93F-37E0-D79A-AD80-A9D1C0C92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571DB-5409-4FC7-9BE4-1AA0C03B7E09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20F68-925C-D4B9-FD80-DA048F634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D9222-5F98-D1DF-4EC6-785F38BF9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5791-4191-48BE-81F4-39C12D40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52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AB917DD7-0255-04B6-DE4B-CB12F738ED49}"/>
              </a:ext>
            </a:extLst>
          </p:cNvPr>
          <p:cNvSpPr/>
          <p:nvPr/>
        </p:nvSpPr>
        <p:spPr>
          <a:xfrm>
            <a:off x="630957" y="854789"/>
            <a:ext cx="910499" cy="957036"/>
          </a:xfrm>
          <a:prstGeom prst="ca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badi" panose="020B0604020104020204" pitchFamily="34" charset="0"/>
              </a:rPr>
              <a:t>MySQL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99587A-E944-8C23-FD58-0A28CED2C31B}"/>
              </a:ext>
            </a:extLst>
          </p:cNvPr>
          <p:cNvGrpSpPr/>
          <p:nvPr/>
        </p:nvGrpSpPr>
        <p:grpSpPr>
          <a:xfrm>
            <a:off x="540042" y="2246668"/>
            <a:ext cx="990773" cy="851417"/>
            <a:chOff x="1287377" y="3526097"/>
            <a:chExt cx="990773" cy="851417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53B2128E-4B79-EB9F-B8B4-9F72F4774A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8011" y="4016884"/>
              <a:ext cx="367309" cy="360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B9BA5009-22B1-27E3-9B92-CD185DE01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3862" y="3526097"/>
              <a:ext cx="424288" cy="416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457B53BC-B468-0B93-9B14-B344551FAF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7377" y="3526097"/>
              <a:ext cx="424289" cy="4165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1C1E04-D67D-4B5D-A0EB-3C9930AE2893}"/>
              </a:ext>
            </a:extLst>
          </p:cNvPr>
          <p:cNvSpPr/>
          <p:nvPr/>
        </p:nvSpPr>
        <p:spPr>
          <a:xfrm>
            <a:off x="2113214" y="806450"/>
            <a:ext cx="9348208" cy="4987860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BBDB1F-10B0-0C24-C703-057937C284E4}"/>
              </a:ext>
            </a:extLst>
          </p:cNvPr>
          <p:cNvSpPr/>
          <p:nvPr/>
        </p:nvSpPr>
        <p:spPr>
          <a:xfrm>
            <a:off x="4519679" y="1651192"/>
            <a:ext cx="1894114" cy="101204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25400" dir="3000000" sx="102000" sy="102000" algn="ctr" rotWithShape="0">
              <a:schemeClr val="bg2">
                <a:lumMod val="50000"/>
                <a:alpha val="8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Data Cleaning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61BE9D-D7E0-03A2-3AD2-2363015BE03F}"/>
              </a:ext>
            </a:extLst>
          </p:cNvPr>
          <p:cNvSpPr/>
          <p:nvPr/>
        </p:nvSpPr>
        <p:spPr>
          <a:xfrm>
            <a:off x="6714928" y="1651192"/>
            <a:ext cx="1894114" cy="101204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25400" dir="3000000" sx="102000" sy="102000" algn="ctr" rotWithShape="0">
              <a:schemeClr val="bg2">
                <a:lumMod val="50000"/>
                <a:alpha val="8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Data Transformation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C2C573-F960-572E-4917-5A2931E192A7}"/>
              </a:ext>
            </a:extLst>
          </p:cNvPr>
          <p:cNvSpPr/>
          <p:nvPr/>
        </p:nvSpPr>
        <p:spPr>
          <a:xfrm>
            <a:off x="8910177" y="1651192"/>
            <a:ext cx="2013375" cy="101204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25400" dir="3000000" sx="102000" sy="102000" algn="ctr" rotWithShape="0">
              <a:schemeClr val="bg2">
                <a:lumMod val="50000"/>
                <a:alpha val="8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Derived </a:t>
            </a:r>
          </a:p>
          <a:p>
            <a:pPr algn="ctr"/>
            <a:r>
              <a:rPr lang="en-US" dirty="0">
                <a:latin typeface="Candara" panose="020E0502030303020204" pitchFamily="34" charset="0"/>
              </a:rPr>
              <a:t>Measures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638A44-C702-CC16-3D95-6869855F7D3B}"/>
              </a:ext>
            </a:extLst>
          </p:cNvPr>
          <p:cNvSpPr/>
          <p:nvPr/>
        </p:nvSpPr>
        <p:spPr>
          <a:xfrm>
            <a:off x="2570112" y="1651192"/>
            <a:ext cx="1648432" cy="101204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25400" dir="3000000" sx="102000" sy="102000" algn="ctr" rotWithShape="0">
              <a:schemeClr val="bg2">
                <a:lumMod val="50000"/>
                <a:alpha val="8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Data Import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DD62D9-6B1F-F9B4-4A98-424820B5B4B7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838131" y="2157217"/>
            <a:ext cx="7319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48C823-B7DB-8BE8-72C1-8FA20916DDA2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>
            <a:off x="4218544" y="2157217"/>
            <a:ext cx="301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303314-6A07-28AB-91BF-91175D77BDDD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6413793" y="2157217"/>
            <a:ext cx="301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0E0EA8-105F-CED7-239E-C4B55FBE75C6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8609042" y="2157217"/>
            <a:ext cx="301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98D4E8C0-149C-D1D8-0AFD-092FCD2DB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679" y="3190097"/>
            <a:ext cx="3981938" cy="2191018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9506C9-BD60-7209-2E48-997EC6034159}"/>
              </a:ext>
            </a:extLst>
          </p:cNvPr>
          <p:cNvCxnSpPr>
            <a:cxnSpLocks/>
            <a:stCxn id="15" idx="2"/>
            <a:endCxn id="42" idx="3"/>
          </p:cNvCxnSpPr>
          <p:nvPr/>
        </p:nvCxnSpPr>
        <p:spPr>
          <a:xfrm flipH="1">
            <a:off x="8501617" y="2663241"/>
            <a:ext cx="1415248" cy="1622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55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D3FBCB-DB61-C684-030B-83924E69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56" y="1483567"/>
            <a:ext cx="6468954" cy="4907901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A60E0AC6-EF8A-3A60-5B47-4F08A38C4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387" y="567158"/>
            <a:ext cx="762321" cy="74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98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26407-1AD6-34D0-19DF-A4CAD6C91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86" y="1483568"/>
            <a:ext cx="6810112" cy="4366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85B9B8-027E-CBB0-9DEC-F8294FB1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345" y="557548"/>
            <a:ext cx="843253" cy="76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4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6C0266E115364AA9B96DE5BECF7DB6" ma:contentTypeVersion="7" ma:contentTypeDescription="Create a new document." ma:contentTypeScope="" ma:versionID="4119e851e67c0e90c308291d58993d1d">
  <xsd:schema xmlns:xsd="http://www.w3.org/2001/XMLSchema" xmlns:xs="http://www.w3.org/2001/XMLSchema" xmlns:p="http://schemas.microsoft.com/office/2006/metadata/properties" xmlns:ns2="631564f6-0349-4cc5-b00d-7cf3ba42f824" targetNamespace="http://schemas.microsoft.com/office/2006/metadata/properties" ma:root="true" ma:fieldsID="ba1c9389d768911d90c11305e9d8ce38" ns2:_="">
    <xsd:import namespace="631564f6-0349-4cc5-b00d-7cf3ba42f8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564f6-0349-4cc5-b00d-7cf3ba42f8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1EBE44-4054-4E91-B196-C215E3ED20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1B3BBE-4F57-4437-B6BC-1E8ECD51AF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564f6-0349-4cc5-b00d-7cf3ba42f8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8BA5D6-AEE6-402B-AA92-CBC8F4A25EA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Dhaval Patel</dc:creator>
  <cp:lastModifiedBy>Dhaval Patel</cp:lastModifiedBy>
  <cp:revision>2</cp:revision>
  <dcterms:created xsi:type="dcterms:W3CDTF">2022-08-23T19:04:36Z</dcterms:created>
  <dcterms:modified xsi:type="dcterms:W3CDTF">2026-07-10T12:35:36Z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0x010100686C0266E115364AA9B96DE5BECF7DB6</vt:lpwstr>
  </property>
  <property fmtid="{D5CDD505-2E9C-101B-9397-08002B2CF9AE}" pid="3" name="Order">
    <vt:r8>1300</vt:r8>
  </property>
</Properties>
</file>