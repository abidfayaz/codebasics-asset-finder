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0" r:id="rId7"/>
    <p:sldId id="261" r:id="rId8"/>
    <p:sldId id="258" r:id="rId9"/>
    <p:sldId id="262" r:id="rId10"/>
    <p:sldId id="25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410A5-83D3-41C7-B5CE-B56B30FC7C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A7E762-4868-4A75-B2B5-74BC58E42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A84E7-3C9C-4FE0-98B6-5503EDF1D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E0EE5-BEF2-4EEB-946F-80AFFA11312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29EE6-031C-49AB-81FE-AE034DFBD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316E8-2F70-4551-AEC8-2EB10D86B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AD425-8B1C-43E1-BB4D-110346462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86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66520-414C-44BA-9909-A7EA33016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AF616-2AA1-4F80-804F-8C71AC9D5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10973-108B-4A13-9024-AF46960C8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E0EE5-BEF2-4EEB-946F-80AFFA11312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A5471-74FA-4933-9F9B-3570BCC4A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E2C31-94CA-4878-B748-E9AB23F3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AD425-8B1C-43E1-BB4D-110346462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658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8C681-0163-4874-8350-42BB0AF7A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31526-50AB-46FD-BCAA-9F94E8958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ED5F2-E210-40B7-A49A-704D2BF6D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E0EE5-BEF2-4EEB-946F-80AFFA11312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2CC45-95A8-406D-AE29-D6647E6E8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01375-1D68-4B50-B865-A9694DFE3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AD425-8B1C-43E1-BB4D-110346462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185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E5ACE-0EFD-47DB-B268-8BF82A944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3AF60-E7EC-4C4D-BF09-1417B6CAF1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08490C-DCAC-4190-82AB-5E788C570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A9777-E839-4AD4-9FF6-C8CB543C2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E0EE5-BEF2-4EEB-946F-80AFFA11312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9DF22A-A749-4D72-A1A6-27895CEA9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51C43-61CE-4CF7-B764-D521D494A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AD425-8B1C-43E1-BB4D-110346462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744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D0687-FC1B-49F4-BB59-668FD0B88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D2127-092C-4B11-A264-6A2CDE861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80ECCD-5711-49F0-B562-2442234024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9E2421-5B52-4E7E-8EC6-E138CC079F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3D3845-E6BD-4D01-A1D1-F1F630E650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DB1142-47CA-4A2E-9A64-8BE66CA5E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E0EE5-BEF2-4EEB-946F-80AFFA11312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390D0F-8733-4A08-BEED-1F4A6553E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67DCDB-D905-41C3-BA0E-B99485431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AD425-8B1C-43E1-BB4D-110346462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889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4E371-1A7E-41F7-A189-375DBA03B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E4BF35-7BAE-4BC6-8EDC-2347658B6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E0EE5-BEF2-4EEB-946F-80AFFA11312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44123D-2AE5-4128-B496-E2CFA2538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42BC19-4576-49B3-81E3-A683CA27F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AD425-8B1C-43E1-BB4D-110346462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339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35BC2A-8575-4CC9-A510-3501C0B36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E0EE5-BEF2-4EEB-946F-80AFFA11312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45C3EA-6AB3-49FA-BE9C-7C3F002C4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B9DBFD-B90C-46EC-8720-5144BD620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AD425-8B1C-43E1-BB4D-110346462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31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7B3DA-CFF5-438A-836B-C89C85406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225DA-30FC-4229-A8A8-DA06FC9B2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43618E-CD26-4FFD-9AAB-4A06A0FF1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B16735-3600-45D6-9141-EB1F04CA7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E0EE5-BEF2-4EEB-946F-80AFFA11312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3AF80E-72D6-4918-BFF6-1715AFD97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08D9B3-1091-42BB-A760-AE61BF568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AD425-8B1C-43E1-BB4D-110346462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9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53C6A-AB97-4067-9FA2-3E525F254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D6A93B-BAEF-426F-8415-AB1E998DA9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8C1B8-7171-4EC7-AF6C-35450AB02B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7694AA-6DFC-41D6-91BA-3CEC0DA75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E0EE5-BEF2-4EEB-946F-80AFFA11312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00532-7971-41CE-80EB-BE82FD454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359530-2EB5-43FA-AD75-0E51121E6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AD425-8B1C-43E1-BB4D-110346462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229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E2BE7-34F1-4F01-8048-6DE432865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3336F4-BEED-4049-8E66-2032D739F9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DED5D6-8993-4602-B3A7-5A32C6F50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E0EE5-BEF2-4EEB-946F-80AFFA11312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5129E-315D-438D-B83C-508C8C515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55914-54F8-467F-9BDC-FD4AB3A9C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AD425-8B1C-43E1-BB4D-110346462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734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36C6E0-486C-4452-8A80-F1F0D5B1E0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F6E88D-582A-4295-9669-D774823E81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3A238-E1E9-4ADB-B369-9F40F3021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E0EE5-BEF2-4EEB-946F-80AFFA11312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5B719-77AC-46EB-B4F5-67F376BBC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71B1E-7229-4B7C-8178-9B4CE8728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AD425-8B1C-43E1-BB4D-110346462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012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E4C06D-E92D-4D13-B18F-E62E12C01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4AF16-48F0-4B20-B8AF-557C6F668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B2A79-10D8-4461-A97A-8E3EC064EA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0E0EE5-BEF2-4EEB-946F-80AFFA113121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98E2C-615C-4F44-90D8-7E50547548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17BF7-209F-47D2-AEAC-B6007ADB1F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5AD425-8B1C-43E1-BB4D-1103464625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187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F613741-E46A-4B76-B1A5-0C3DD54F7F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113" y="2086799"/>
            <a:ext cx="5344341" cy="394463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A1F492D-94BE-424E-966C-D10E7339CB54}"/>
              </a:ext>
            </a:extLst>
          </p:cNvPr>
          <p:cNvSpPr txBox="1"/>
          <p:nvPr/>
        </p:nvSpPr>
        <p:spPr>
          <a:xfrm>
            <a:off x="6706451" y="1999559"/>
            <a:ext cx="505557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Fira Mono" panose="020B0509050000020004" pitchFamily="49" charset="0"/>
                <a:ea typeface="Fira Mono" panose="020B0509050000020004" pitchFamily="49" charset="0"/>
              </a:rPr>
              <a:t>Given these home prices find out prices of homes whose area is,</a:t>
            </a:r>
          </a:p>
          <a:p>
            <a:endParaRPr lang="en-US" sz="3200" dirty="0">
              <a:latin typeface="Fira Mono" panose="020B0509050000020004" pitchFamily="49" charset="0"/>
              <a:ea typeface="Fira Mono" panose="020B0509050000020004" pitchFamily="49" charset="0"/>
            </a:endParaRPr>
          </a:p>
          <a:p>
            <a:r>
              <a:rPr lang="en-US" sz="3200" b="1" dirty="0">
                <a:latin typeface="Fira Mono" panose="020B0509050000020004" pitchFamily="49" charset="0"/>
                <a:ea typeface="Fira Mono" panose="020B0509050000020004" pitchFamily="49" charset="0"/>
              </a:rPr>
              <a:t>3300 square feet</a:t>
            </a:r>
          </a:p>
          <a:p>
            <a:r>
              <a:rPr lang="en-US" sz="3200" b="1" dirty="0">
                <a:latin typeface="Fira Mono" panose="020B0509050000020004" pitchFamily="49" charset="0"/>
                <a:ea typeface="Fira Mono" panose="020B0509050000020004" pitchFamily="49" charset="0"/>
              </a:rPr>
              <a:t>5000 square feet</a:t>
            </a:r>
          </a:p>
          <a:p>
            <a:endParaRPr lang="en-US" sz="3200" dirty="0">
              <a:latin typeface="Fira Mono" panose="020B0509050000020004" pitchFamily="49" charset="0"/>
              <a:ea typeface="Fira Mono" panose="020B050905000002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9A3060-6FB5-4C79-9094-8B62EEB449BF}"/>
              </a:ext>
            </a:extLst>
          </p:cNvPr>
          <p:cNvSpPr txBox="1"/>
          <p:nvPr/>
        </p:nvSpPr>
        <p:spPr>
          <a:xfrm>
            <a:off x="2428569" y="434749"/>
            <a:ext cx="88860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Fira Mono" panose="020B0509050000020004" pitchFamily="49" charset="0"/>
                <a:ea typeface="Fira Mono" panose="020B0509050000020004" pitchFamily="49" charset="0"/>
              </a:rPr>
              <a:t>Home prices in Monroe </a:t>
            </a:r>
            <a:r>
              <a:rPr lang="en-US" sz="3200" b="1" dirty="0" err="1">
                <a:solidFill>
                  <a:schemeClr val="accent6">
                    <a:lumMod val="50000"/>
                  </a:schemeClr>
                </a:solidFill>
                <a:latin typeface="Fira Mono" panose="020B0509050000020004" pitchFamily="49" charset="0"/>
                <a:ea typeface="Fira Mono" panose="020B0509050000020004" pitchFamily="49" charset="0"/>
              </a:rPr>
              <a:t>Twp</a:t>
            </a: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Fira Mono" panose="020B0509050000020004" pitchFamily="49" charset="0"/>
                <a:ea typeface="Fira Mono" panose="020B0509050000020004" pitchFamily="49" charset="0"/>
              </a:rPr>
              <a:t>, NJ (USA)</a:t>
            </a:r>
          </a:p>
        </p:txBody>
      </p:sp>
    </p:spTree>
    <p:extLst>
      <p:ext uri="{BB962C8B-B14F-4D97-AF65-F5344CB8AC3E}">
        <p14:creationId xmlns:p14="http://schemas.microsoft.com/office/powerpoint/2010/main" val="1151630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FB15A2-66A9-4E5E-B570-7612256263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374" y="299280"/>
            <a:ext cx="10049336" cy="625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779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53AD05-B376-42C8-A887-EAFC245EBA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985" y="483919"/>
            <a:ext cx="10049336" cy="625944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11C6F9D-5839-41AE-AF87-986DB3D40B63}"/>
              </a:ext>
            </a:extLst>
          </p:cNvPr>
          <p:cNvCxnSpPr>
            <a:cxnSpLocks/>
          </p:cNvCxnSpPr>
          <p:nvPr/>
        </p:nvCxnSpPr>
        <p:spPr>
          <a:xfrm>
            <a:off x="6822831" y="3190875"/>
            <a:ext cx="0" cy="2495550"/>
          </a:xfrm>
          <a:prstGeom prst="line">
            <a:avLst/>
          </a:prstGeom>
          <a:ln w="38100">
            <a:solidFill>
              <a:schemeClr val="accent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0DDCFE0-A579-4818-9E4E-90BB136696E6}"/>
              </a:ext>
            </a:extLst>
          </p:cNvPr>
          <p:cNvCxnSpPr>
            <a:cxnSpLocks/>
          </p:cNvCxnSpPr>
          <p:nvPr/>
        </p:nvCxnSpPr>
        <p:spPr>
          <a:xfrm flipH="1">
            <a:off x="2990850" y="3190875"/>
            <a:ext cx="3831981" cy="0"/>
          </a:xfrm>
          <a:prstGeom prst="line">
            <a:avLst/>
          </a:prstGeom>
          <a:ln w="38100">
            <a:solidFill>
              <a:schemeClr val="accent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5AC25A3-3F2E-4A71-A548-30829B7071CA}"/>
              </a:ext>
            </a:extLst>
          </p:cNvPr>
          <p:cNvSpPr txBox="1"/>
          <p:nvPr/>
        </p:nvSpPr>
        <p:spPr>
          <a:xfrm>
            <a:off x="2162734" y="2821543"/>
            <a:ext cx="894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628715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6048A8-2D07-4072-B29C-892625FFE572}"/>
              </a:ext>
            </a:extLst>
          </p:cNvPr>
          <p:cNvSpPr txBox="1"/>
          <p:nvPr/>
        </p:nvSpPr>
        <p:spPr>
          <a:xfrm>
            <a:off x="6527557" y="5660894"/>
            <a:ext cx="894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3300</a:t>
            </a:r>
          </a:p>
        </p:txBody>
      </p:sp>
    </p:spTree>
    <p:extLst>
      <p:ext uri="{BB962C8B-B14F-4D97-AF65-F5344CB8AC3E}">
        <p14:creationId xmlns:p14="http://schemas.microsoft.com/office/powerpoint/2010/main" val="2414566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FB15A2-66A9-4E5E-B570-7612256263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374" y="299280"/>
            <a:ext cx="10049336" cy="625944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E9A3E4F-DA87-49C0-9E65-0BDFDB3727D3}"/>
              </a:ext>
            </a:extLst>
          </p:cNvPr>
          <p:cNvCxnSpPr>
            <a:cxnSpLocks/>
          </p:cNvCxnSpPr>
          <p:nvPr/>
        </p:nvCxnSpPr>
        <p:spPr>
          <a:xfrm flipV="1">
            <a:off x="2792361" y="914400"/>
            <a:ext cx="7344697" cy="4011562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7E0E4DB-1684-47CC-B112-F228F58FAE14}"/>
              </a:ext>
            </a:extLst>
          </p:cNvPr>
          <p:cNvCxnSpPr>
            <a:cxnSpLocks/>
          </p:cNvCxnSpPr>
          <p:nvPr/>
        </p:nvCxnSpPr>
        <p:spPr>
          <a:xfrm flipV="1">
            <a:off x="3185652" y="599768"/>
            <a:ext cx="6617109" cy="4778477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7698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667E76-3E0B-41C1-9F3A-31E9CBD2B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02" y="214826"/>
            <a:ext cx="11050759" cy="689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785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3DB820-8D03-47BB-A5C6-3C6A802928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577" y="187116"/>
            <a:ext cx="11249524" cy="6020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762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4BF6E8-D5C0-4525-8819-1F4B79396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525" y="2537952"/>
            <a:ext cx="8660950" cy="15522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F4F2CA-1F20-49B9-91A8-A1E990F91384}"/>
              </a:ext>
            </a:extLst>
          </p:cNvPr>
          <p:cNvSpPr txBox="1"/>
          <p:nvPr/>
        </p:nvSpPr>
        <p:spPr>
          <a:xfrm>
            <a:off x="6577781" y="4375355"/>
            <a:ext cx="3038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Fira Mono"/>
              </a:rPr>
              <a:t>Independent variable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9BFF53-5C1A-493C-9CB0-4EDAE3C621A3}"/>
              </a:ext>
            </a:extLst>
          </p:cNvPr>
          <p:cNvSpPr txBox="1"/>
          <p:nvPr/>
        </p:nvSpPr>
        <p:spPr>
          <a:xfrm>
            <a:off x="774789" y="4375355"/>
            <a:ext cx="3038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Fira Mono"/>
              </a:rPr>
              <a:t>Dependent variable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F1140E4-A037-4B1A-93E7-2AC9AFAA4481}"/>
              </a:ext>
            </a:extLst>
          </p:cNvPr>
          <p:cNvCxnSpPr>
            <a:cxnSpLocks/>
            <a:stCxn id="7" idx="0"/>
          </p:cNvCxnSpPr>
          <p:nvPr/>
        </p:nvCxnSpPr>
        <p:spPr>
          <a:xfrm flipV="1">
            <a:off x="2293873" y="3736258"/>
            <a:ext cx="449327" cy="6390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700A0D3-586F-43DA-9738-6EC055C18AD9}"/>
              </a:ext>
            </a:extLst>
          </p:cNvPr>
          <p:cNvCxnSpPr>
            <a:cxnSpLocks/>
            <a:stCxn id="6" idx="0"/>
          </p:cNvCxnSpPr>
          <p:nvPr/>
        </p:nvCxnSpPr>
        <p:spPr>
          <a:xfrm flipH="1" flipV="1">
            <a:off x="7610169" y="3598607"/>
            <a:ext cx="486696" cy="77674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3795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86C0266E115364AA9B96DE5BECF7DB6" ma:contentTypeVersion="7" ma:contentTypeDescription="Create a new document." ma:contentTypeScope="" ma:versionID="4119e851e67c0e90c308291d58993d1d">
  <xsd:schema xmlns:xsd="http://www.w3.org/2001/XMLSchema" xmlns:xs="http://www.w3.org/2001/XMLSchema" xmlns:p="http://schemas.microsoft.com/office/2006/metadata/properties" xmlns:ns2="631564f6-0349-4cc5-b00d-7cf3ba42f824" targetNamespace="http://schemas.microsoft.com/office/2006/metadata/properties" ma:root="true" ma:fieldsID="ba1c9389d768911d90c11305e9d8ce38" ns2:_="">
    <xsd:import namespace="631564f6-0349-4cc5-b00d-7cf3ba42f8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1564f6-0349-4cc5-b00d-7cf3ba42f8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2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EB57095-9A28-4283-82EF-0265E4DD14A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C15D54CB-FBAC-4442-A320-D02E0A8ABF9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E556A4A-5740-4088-9A1E-3771A77B2C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31564f6-0349-4cc5-b00d-7cf3ba42f8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2884</TotalTime>
  <Words>35</Words>
  <Application>Microsoft Office PowerPoint</Application>
  <PresentationFormat>Widescreen</PresentationFormat>
  <Paragraphs>9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Viral</dc:creator>
  <cp:lastModifiedBy>Viral</cp:lastModifiedBy>
  <cp:revision>15</cp:revision>
  <dcterms:created xsi:type="dcterms:W3CDTF">2018-06-24T20:47:36Z</dcterms:created>
  <dcterms:modified xsi:type="dcterms:W3CDTF">2026-07-10T12:08:43Z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0x010100686C0266E115364AA9B96DE5BECF7DB6</vt:lpwstr>
  </property>
  <property fmtid="{D5CDD505-2E9C-101B-9397-08002B2CF9AE}" pid="3" name="Order">
    <vt:r8>600</vt:r8>
  </property>
</Properties>
</file>