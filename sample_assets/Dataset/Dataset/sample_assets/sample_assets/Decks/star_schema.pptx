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1" r:id="rId6"/>
    <p:sldId id="272" r:id="rId7"/>
    <p:sldId id="273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EB22E-77B3-4C8D-9BD7-F4936444DE24}" v="10" dt="2023-02-13T11:43:41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8771-650D-4A46-9EBF-FE9BBC142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3C862-98F0-4D55-ABC5-8EF282E17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EAE8-6736-4C2C-B136-A4EE0D48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EFFEC-3C3E-42F5-9A19-46BDAE99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98140-A1EE-4438-B988-9C1F39FA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7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FBB0-5367-4425-BFF1-EEDAA656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462B-3BCB-42E1-BDF0-923A9685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FE1EC-EB04-46AD-8E0A-F399ECD0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33939-734F-472D-B9A0-348D2D88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6B3D5-0CF1-43A3-9A38-F2974BCF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9687-F846-44A8-AFE0-0DDD1DA2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05C8F-1F96-4F5D-B0A0-E631655AA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D01F-6480-46AF-8B06-5871012B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8E40-2A9E-40C8-9C06-26C6A49A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672-717B-4ABD-A80D-1C5307DAC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3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87F1-2ED9-4ABA-8C88-CD3EB9F9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7964-FF49-4A2C-8B47-4CAA8C438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B0764-E7CA-46E4-B8D2-DBFB58B52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B4E6A-A40B-4E07-81E2-1042D66E8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D977-CFE5-432C-8175-C28EB4EF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4A4A0-5E6A-4355-80E2-E17AB916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7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FB0C-AF5D-437F-953D-CA1EA8F2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6CD46-0C6C-480E-8E3B-41137D2A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AB16C-7172-4D36-97B7-FF8228568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02D6-A2FB-495F-97F6-3595BB186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6ECDC-1708-42A0-9F9B-9B3745C3B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2CE60-50EA-4DFD-9613-F404A0E4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F04D0-DAFA-4EB0-BF53-4E1031B3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DBF1A-2E93-49D4-85C1-36448416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2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0D40-0CFE-495E-8610-63CF6D30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35252-FBBA-4F04-BB75-9BB17AFA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0E909-FE94-4BE3-92EE-51E10075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DBCBF-47A2-46C9-AE80-351277A5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D8EEB-15DE-4688-A6AA-5B3329C8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B6C73-C7FB-4FB0-8D06-766E02B3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84DA-1215-4647-BC3B-85B0ECAD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80FC-B3D7-42D6-9A88-EE85D09F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B882-52F3-4627-97A9-DA90F797C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674DF-C9DC-4B8A-B9F4-20C3A3FBA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DD066-EA8C-499B-A3D4-9B5B0E56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1FF8B-B719-4276-BA2D-116987B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44EB-44B5-4618-B120-04597838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4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D66E-D9BC-4C78-8516-08439C35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1EC39-BE41-421B-BE54-BF101B85B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7FC64-60AB-4F0F-90CC-CDD361601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E82B-18AF-429B-92ED-DF2813A0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2B77-D4D0-42B1-9318-30BBC97D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B8266-908E-42D3-980E-9C8B7C91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9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D7CF-F1FD-443B-8F8D-1EB87EF4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15D81-D870-4431-8B3C-ABEB082BD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19E0-381A-4531-91DE-5A59278F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CA069-0EFB-425A-B412-4EF43D7A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87B4E-1753-404C-A9D2-DCFACBD41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0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83080-8085-4BB9-891E-439FDADCA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468FE-BE6F-48EE-ABBD-5BB8A1DFF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5533-CAF2-4A3D-ADAB-A92B9657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79E41-8996-4B81-83FF-7D40F03F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1A48-B0D5-4014-88A9-BBD5F216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440BA-03F8-45E3-95AA-6F0225BD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CD17C-8116-48E4-A6CE-2D870915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B23FD-E521-4182-8716-88B5E1550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A07D-065A-467C-BD96-30B65858EB6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FE28C-E3A3-4168-A3FB-A8E512C9F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52C4F-4EEE-4264-8E86-49FC2F26C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D588A-18B7-44C1-9A35-AA30C8EB1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FE7A9A-2E42-770E-B14D-5FF96FBC8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63" y="513097"/>
            <a:ext cx="4767870" cy="8067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704D9A-F8D6-5CCA-BD11-CDDEDF6D88D5}"/>
              </a:ext>
            </a:extLst>
          </p:cNvPr>
          <p:cNvCxnSpPr>
            <a:cxnSpLocks/>
            <a:stCxn id="26" idx="0"/>
            <a:endCxn id="7" idx="2"/>
          </p:cNvCxnSpPr>
          <p:nvPr/>
        </p:nvCxnSpPr>
        <p:spPr>
          <a:xfrm flipV="1">
            <a:off x="5819092" y="1319872"/>
            <a:ext cx="3068506" cy="1257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24D257-248C-878F-912D-6D34EFEB8B94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H="1" flipV="1">
            <a:off x="3184808" y="1438275"/>
            <a:ext cx="2634284" cy="113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BF2C898-787A-4410-D1AE-30966B7E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518" y="513097"/>
            <a:ext cx="3950580" cy="9251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0A666B-D191-1669-2FB0-5D09E33F5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686" y="2576963"/>
            <a:ext cx="4104812" cy="12574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9E1792-C3EE-893C-F595-958EC9642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47" y="4992140"/>
            <a:ext cx="2400586" cy="1066307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BA62B8-B604-BEE8-C4C7-B72D575D09F8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2222640" y="3834402"/>
            <a:ext cx="3596452" cy="115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0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7E7EC762-F6C2-41CA-AF76-8350FEBCFF54}"/>
              </a:ext>
            </a:extLst>
          </p:cNvPr>
          <p:cNvSpPr/>
          <p:nvPr/>
        </p:nvSpPr>
        <p:spPr>
          <a:xfrm>
            <a:off x="3035501" y="120763"/>
            <a:ext cx="7523988" cy="6178619"/>
          </a:xfrm>
          <a:prstGeom prst="star5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3D5033-C71F-456F-ABAA-483AA544F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48189"/>
              </p:ext>
            </p:extLst>
          </p:nvPr>
        </p:nvGraphicFramePr>
        <p:xfrm>
          <a:off x="6078314" y="2663789"/>
          <a:ext cx="1470366" cy="1450684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47036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131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Item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472512"/>
                  </a:ext>
                </a:extLst>
              </a:tr>
              <a:tr h="3131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Customer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131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  <a:tr h="444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 Weight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01759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7639B1-0BDE-4985-B8D6-00155A677E7F}"/>
              </a:ext>
            </a:extLst>
          </p:cNvPr>
          <p:cNvSpPr/>
          <p:nvPr/>
        </p:nvSpPr>
        <p:spPr>
          <a:xfrm>
            <a:off x="6078314" y="2270596"/>
            <a:ext cx="1470366" cy="3749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Sales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9CF81E2-BD25-4F2D-BF7D-92044B95F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50848"/>
              </p:ext>
            </p:extLst>
          </p:nvPr>
        </p:nvGraphicFramePr>
        <p:xfrm>
          <a:off x="2462169" y="1771796"/>
          <a:ext cx="1345398" cy="1516996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45398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Customer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472512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631FB7-5053-4CF7-8795-986B6597D0B2}"/>
              </a:ext>
            </a:extLst>
          </p:cNvPr>
          <p:cNvSpPr/>
          <p:nvPr/>
        </p:nvSpPr>
        <p:spPr>
          <a:xfrm>
            <a:off x="2462169" y="1400242"/>
            <a:ext cx="1345398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Customers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D343AD4-EB94-43CF-BEB9-FAB79DF24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9564"/>
              </p:ext>
            </p:extLst>
          </p:nvPr>
        </p:nvGraphicFramePr>
        <p:xfrm>
          <a:off x="3542685" y="5494175"/>
          <a:ext cx="1470366" cy="1053093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47036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510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Item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510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Item Category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510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Unit Price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6AF30E-2D57-486A-9D1D-C31DACFE7F95}"/>
              </a:ext>
            </a:extLst>
          </p:cNvPr>
          <p:cNvSpPr/>
          <p:nvPr/>
        </p:nvSpPr>
        <p:spPr>
          <a:xfrm>
            <a:off x="3542685" y="5122620"/>
            <a:ext cx="1470366" cy="3532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Product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DBB9E96F-BF7A-4C2D-85EC-9AD3A2B4A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47847"/>
              </p:ext>
            </p:extLst>
          </p:nvPr>
        </p:nvGraphicFramePr>
        <p:xfrm>
          <a:off x="6228882" y="457186"/>
          <a:ext cx="1119846" cy="1078083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11984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593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5936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593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Type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A640BE-1FB5-4684-9BCB-4D3E2C9650A2}"/>
              </a:ext>
            </a:extLst>
          </p:cNvPr>
          <p:cNvSpPr/>
          <p:nvPr/>
        </p:nvSpPr>
        <p:spPr>
          <a:xfrm>
            <a:off x="6211503" y="82904"/>
            <a:ext cx="1119846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Date</a:t>
            </a: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93E68A4-4A2C-438B-A410-1FDA981D1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597549"/>
              </p:ext>
            </p:extLst>
          </p:nvPr>
        </p:nvGraphicFramePr>
        <p:xfrm>
          <a:off x="9787422" y="1915291"/>
          <a:ext cx="1333206" cy="1008735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3320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Region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Region 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ADB967-A331-44DC-8DB0-EB09CA62D7E8}"/>
              </a:ext>
            </a:extLst>
          </p:cNvPr>
          <p:cNvSpPr/>
          <p:nvPr/>
        </p:nvSpPr>
        <p:spPr>
          <a:xfrm>
            <a:off x="9787422" y="1545099"/>
            <a:ext cx="1333206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Region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AE91A3-D832-4F4B-BB1B-00C7734622E9}"/>
              </a:ext>
            </a:extLst>
          </p:cNvPr>
          <p:cNvSpPr/>
          <p:nvPr/>
        </p:nvSpPr>
        <p:spPr>
          <a:xfrm>
            <a:off x="8766342" y="5101831"/>
            <a:ext cx="1333206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Platform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19EDF869-6A95-45DB-A4F8-1364D3DD5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01202"/>
              </p:ext>
            </p:extLst>
          </p:nvPr>
        </p:nvGraphicFramePr>
        <p:xfrm>
          <a:off x="8766342" y="5478269"/>
          <a:ext cx="1333206" cy="1008735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3320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Platform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69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F7200-5B35-4E74-9347-D4290BAC0308}"/>
              </a:ext>
            </a:extLst>
          </p:cNvPr>
          <p:cNvSpPr/>
          <p:nvPr/>
        </p:nvSpPr>
        <p:spPr>
          <a:xfrm>
            <a:off x="5556077" y="3033438"/>
            <a:ext cx="1527209" cy="11099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badi" panose="020B0604020104020204" pitchFamily="34" charset="0"/>
              </a:rPr>
              <a:t>Fact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D95BDD-50B0-4F47-909A-DD260B58EDBE}"/>
              </a:ext>
            </a:extLst>
          </p:cNvPr>
          <p:cNvSpPr/>
          <p:nvPr/>
        </p:nvSpPr>
        <p:spPr>
          <a:xfrm>
            <a:off x="4853363" y="263639"/>
            <a:ext cx="2833885" cy="9269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badi" panose="020B0604020104020204" pitchFamily="34" charset="0"/>
              </a:rPr>
              <a:t>Dimension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62E218-4F73-434F-AA52-5EB766F0B4A4}"/>
              </a:ext>
            </a:extLst>
          </p:cNvPr>
          <p:cNvSpPr/>
          <p:nvPr/>
        </p:nvSpPr>
        <p:spPr>
          <a:xfrm>
            <a:off x="9206288" y="2016239"/>
            <a:ext cx="2833885" cy="9269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badi" panose="020B0604020104020204" pitchFamily="34" charset="0"/>
              </a:rPr>
              <a:t>Dimension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4F5B4D-6F11-4559-80CF-5470357E3254}"/>
              </a:ext>
            </a:extLst>
          </p:cNvPr>
          <p:cNvSpPr/>
          <p:nvPr/>
        </p:nvSpPr>
        <p:spPr>
          <a:xfrm>
            <a:off x="7929938" y="5657851"/>
            <a:ext cx="2833885" cy="9269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badi" panose="020B0604020104020204" pitchFamily="34" charset="0"/>
              </a:rPr>
              <a:t>Dimension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14D6B0-7679-43D4-8A3B-AC24B8037007}"/>
              </a:ext>
            </a:extLst>
          </p:cNvPr>
          <p:cNvSpPr/>
          <p:nvPr/>
        </p:nvSpPr>
        <p:spPr>
          <a:xfrm>
            <a:off x="1776789" y="5657851"/>
            <a:ext cx="2833885" cy="9269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badi" panose="020B0604020104020204" pitchFamily="34" charset="0"/>
              </a:rPr>
              <a:t>Dimension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BD4D5D-E50A-455D-9C97-050F61FFA78E}"/>
              </a:ext>
            </a:extLst>
          </p:cNvPr>
          <p:cNvSpPr/>
          <p:nvPr/>
        </p:nvSpPr>
        <p:spPr>
          <a:xfrm>
            <a:off x="790147" y="2283086"/>
            <a:ext cx="2833885" cy="9269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badi" panose="020B0604020104020204" pitchFamily="34" charset="0"/>
              </a:rPr>
              <a:t>Dimension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F992B18-7489-4DD5-9C31-DBF6D7B167FD}"/>
              </a:ext>
            </a:extLst>
          </p:cNvPr>
          <p:cNvSpPr/>
          <p:nvPr/>
        </p:nvSpPr>
        <p:spPr>
          <a:xfrm>
            <a:off x="2508312" y="120763"/>
            <a:ext cx="7523988" cy="6178619"/>
          </a:xfrm>
          <a:prstGeom prst="star5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A883E-B3E8-4BC5-AC6E-9130A4B5CB3B}"/>
              </a:ext>
            </a:extLst>
          </p:cNvPr>
          <p:cNvSpPr txBox="1"/>
          <p:nvPr/>
        </p:nvSpPr>
        <p:spPr>
          <a:xfrm>
            <a:off x="9728646" y="135706"/>
            <a:ext cx="2311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  <a:latin typeface="Abadi" panose="020B0604020104020204" pitchFamily="34" charset="0"/>
              </a:rPr>
              <a:t>Star Schema</a:t>
            </a:r>
            <a:endParaRPr lang="en-US" sz="2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77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nowflake outline">
            <a:extLst>
              <a:ext uri="{FF2B5EF4-FFF2-40B4-BE49-F238E27FC236}">
                <a16:creationId xmlns:a16="http://schemas.microsoft.com/office/drawing/2014/main" id="{EA335082-1DC7-077C-6040-714252EC6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1134" y="-1399080"/>
            <a:ext cx="11606074" cy="9656160"/>
          </a:xfrm>
          <a:prstGeom prst="rect">
            <a:avLst/>
          </a:prstGeom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9CF81E2-BD25-4F2D-BF7D-92044B95F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247902"/>
              </p:ext>
            </p:extLst>
          </p:nvPr>
        </p:nvGraphicFramePr>
        <p:xfrm>
          <a:off x="4415777" y="1895812"/>
          <a:ext cx="1345398" cy="1516996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45398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Customer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472512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Address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Channel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631FB7-5053-4CF7-8795-986B6597D0B2}"/>
              </a:ext>
            </a:extLst>
          </p:cNvPr>
          <p:cNvSpPr/>
          <p:nvPr/>
        </p:nvSpPr>
        <p:spPr>
          <a:xfrm>
            <a:off x="4415777" y="1524258"/>
            <a:ext cx="1345398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Customers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D343AD4-EB94-43CF-BEB9-FAB79DF24207}"/>
              </a:ext>
            </a:extLst>
          </p:cNvPr>
          <p:cNvGraphicFramePr>
            <a:graphicFrameLocks noGrp="1"/>
          </p:cNvGraphicFramePr>
          <p:nvPr/>
        </p:nvGraphicFramePr>
        <p:xfrm>
          <a:off x="3542685" y="5494175"/>
          <a:ext cx="1470366" cy="1053093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47036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510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Product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5103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Product 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510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Unit Price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6AF30E-2D57-486A-9D1D-C31DACFE7F95}"/>
              </a:ext>
            </a:extLst>
          </p:cNvPr>
          <p:cNvSpPr/>
          <p:nvPr/>
        </p:nvSpPr>
        <p:spPr>
          <a:xfrm>
            <a:off x="3542685" y="5122620"/>
            <a:ext cx="1470366" cy="3532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Product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DBB9E96F-BF7A-4C2D-85EC-9AD3A2B4A869}"/>
              </a:ext>
            </a:extLst>
          </p:cNvPr>
          <p:cNvGraphicFramePr>
            <a:graphicFrameLocks noGrp="1"/>
          </p:cNvGraphicFramePr>
          <p:nvPr/>
        </p:nvGraphicFramePr>
        <p:xfrm>
          <a:off x="6228882" y="457186"/>
          <a:ext cx="1119846" cy="1078083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11984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593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593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Quarter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593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Fiscal Year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A640BE-1FB5-4684-9BCB-4D3E2C9650A2}"/>
              </a:ext>
            </a:extLst>
          </p:cNvPr>
          <p:cNvSpPr/>
          <p:nvPr/>
        </p:nvSpPr>
        <p:spPr>
          <a:xfrm>
            <a:off x="6211503" y="82904"/>
            <a:ext cx="1119846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Date</a:t>
            </a: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93E68A4-4A2C-438B-A410-1FDA981D1A39}"/>
              </a:ext>
            </a:extLst>
          </p:cNvPr>
          <p:cNvGraphicFramePr>
            <a:graphicFrameLocks noGrp="1"/>
          </p:cNvGraphicFramePr>
          <p:nvPr/>
        </p:nvGraphicFramePr>
        <p:xfrm>
          <a:off x="9787422" y="1915291"/>
          <a:ext cx="1333206" cy="1008735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3320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Region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Region 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ADB967-A331-44DC-8DB0-EB09CA62D7E8}"/>
              </a:ext>
            </a:extLst>
          </p:cNvPr>
          <p:cNvSpPr/>
          <p:nvPr/>
        </p:nvSpPr>
        <p:spPr>
          <a:xfrm>
            <a:off x="9787422" y="1545099"/>
            <a:ext cx="1333206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Region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AE91A3-D832-4F4B-BB1B-00C7734622E9}"/>
              </a:ext>
            </a:extLst>
          </p:cNvPr>
          <p:cNvSpPr/>
          <p:nvPr/>
        </p:nvSpPr>
        <p:spPr>
          <a:xfrm>
            <a:off x="8766342" y="5101831"/>
            <a:ext cx="1333206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Platform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19EDF869-6A95-45DB-A4F8-1364D3DD52FF}"/>
              </a:ext>
            </a:extLst>
          </p:cNvPr>
          <p:cNvGraphicFramePr>
            <a:graphicFrameLocks noGrp="1"/>
          </p:cNvGraphicFramePr>
          <p:nvPr/>
        </p:nvGraphicFramePr>
        <p:xfrm>
          <a:off x="8766342" y="5478269"/>
          <a:ext cx="1333206" cy="1008735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3320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Platform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33803"/>
                  </a:ext>
                </a:extLst>
              </a:tr>
              <a:tr h="336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</a:tbl>
          </a:graphicData>
        </a:graphic>
      </p:graphicFrame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894334CB-D670-1478-8731-9631F84D9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938165"/>
              </p:ext>
            </p:extLst>
          </p:nvPr>
        </p:nvGraphicFramePr>
        <p:xfrm>
          <a:off x="6036243" y="2699165"/>
          <a:ext cx="1470366" cy="1450684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470366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131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Customer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472512"/>
                  </a:ext>
                </a:extLst>
              </a:tr>
              <a:tr h="3131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Product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131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187102"/>
                  </a:ext>
                </a:extLst>
              </a:tr>
              <a:tr h="444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Sold Quantity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017594"/>
                  </a:ext>
                </a:extLst>
              </a:tr>
            </a:tbl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8599B9-C32E-67AA-6E5B-5AA7AEB63371}"/>
              </a:ext>
            </a:extLst>
          </p:cNvPr>
          <p:cNvSpPr/>
          <p:nvPr/>
        </p:nvSpPr>
        <p:spPr>
          <a:xfrm>
            <a:off x="6036243" y="2292436"/>
            <a:ext cx="1470366" cy="3749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Sales</a:t>
            </a: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19A39502-C317-A4BD-A2D0-0E2EDC397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364880"/>
              </p:ext>
            </p:extLst>
          </p:nvPr>
        </p:nvGraphicFramePr>
        <p:xfrm>
          <a:off x="2060128" y="2942314"/>
          <a:ext cx="1345398" cy="758498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45398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Channel ID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472512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D19F58-49A7-FF07-ADD4-9DCD62DE72C3}"/>
              </a:ext>
            </a:extLst>
          </p:cNvPr>
          <p:cNvSpPr/>
          <p:nvPr/>
        </p:nvSpPr>
        <p:spPr>
          <a:xfrm>
            <a:off x="2060128" y="2570760"/>
            <a:ext cx="1345398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Channel</a:t>
            </a:r>
          </a:p>
        </p:txBody>
      </p:sp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089099A7-90F6-E135-F7D6-C1EC0D9A6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757088"/>
              </p:ext>
            </p:extLst>
          </p:nvPr>
        </p:nvGraphicFramePr>
        <p:xfrm>
          <a:off x="2054668" y="436170"/>
          <a:ext cx="1345398" cy="1137747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1345398">
                  <a:extLst>
                    <a:ext uri="{9D8B030D-6E8A-4147-A177-3AD203B41FA5}">
                      <a16:colId xmlns:a16="http://schemas.microsoft.com/office/drawing/2014/main" val="3143344837"/>
                    </a:ext>
                  </a:extLst>
                </a:gridCol>
              </a:tblGrid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</a:rPr>
                        <a:t>Address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472512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Street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4047"/>
                  </a:ext>
                </a:extLst>
              </a:tr>
              <a:tr h="379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Zip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996224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4B310E2-E6C0-319E-E32D-14047D360671}"/>
              </a:ext>
            </a:extLst>
          </p:cNvPr>
          <p:cNvSpPr/>
          <p:nvPr/>
        </p:nvSpPr>
        <p:spPr>
          <a:xfrm>
            <a:off x="2054668" y="44050"/>
            <a:ext cx="1345398" cy="3532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4AD301-8423-A641-C2CD-8184DD855C32}"/>
              </a:ext>
            </a:extLst>
          </p:cNvPr>
          <p:cNvSpPr txBox="1"/>
          <p:nvPr/>
        </p:nvSpPr>
        <p:spPr>
          <a:xfrm>
            <a:off x="8842160" y="135706"/>
            <a:ext cx="3198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4"/>
                </a:solidFill>
                <a:latin typeface="Abadi" panose="020B0604020104020204" pitchFamily="34" charset="0"/>
              </a:rPr>
              <a:t>Snowflake Schema</a:t>
            </a:r>
            <a:endParaRPr lang="en-US" sz="2800" dirty="0">
              <a:solidFill>
                <a:schemeClr val="accent4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26FC06-5B59-3180-3FAB-8B5BEA3071CC}"/>
              </a:ext>
            </a:extLst>
          </p:cNvPr>
          <p:cNvCxnSpPr>
            <a:endCxn id="6" idx="3"/>
          </p:cNvCxnSpPr>
          <p:nvPr/>
        </p:nvCxnSpPr>
        <p:spPr>
          <a:xfrm flipH="1" flipV="1">
            <a:off x="5761175" y="2654310"/>
            <a:ext cx="275068" cy="665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E0EE8-EEAC-E770-1475-915F37990285}"/>
              </a:ext>
            </a:extLst>
          </p:cNvPr>
          <p:cNvCxnSpPr>
            <a:cxnSpLocks/>
            <a:stCxn id="6" idx="1"/>
            <a:endCxn id="21" idx="3"/>
          </p:cNvCxnSpPr>
          <p:nvPr/>
        </p:nvCxnSpPr>
        <p:spPr>
          <a:xfrm flipH="1" flipV="1">
            <a:off x="3400066" y="1005043"/>
            <a:ext cx="1015711" cy="1649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B18F36-3F95-9A29-D920-E198E61FD821}"/>
              </a:ext>
            </a:extLst>
          </p:cNvPr>
          <p:cNvCxnSpPr>
            <a:cxnSpLocks/>
            <a:stCxn id="6" idx="1"/>
            <a:endCxn id="19" idx="3"/>
          </p:cNvCxnSpPr>
          <p:nvPr/>
        </p:nvCxnSpPr>
        <p:spPr>
          <a:xfrm flipH="1">
            <a:off x="3405526" y="2654310"/>
            <a:ext cx="1010251" cy="667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6C97C90-900A-C589-4695-F689D3E01FD2}"/>
              </a:ext>
            </a:extLst>
          </p:cNvPr>
          <p:cNvCxnSpPr>
            <a:cxnSpLocks/>
            <a:stCxn id="17" idx="3"/>
            <a:endCxn id="12" idx="1"/>
          </p:cNvCxnSpPr>
          <p:nvPr/>
        </p:nvCxnSpPr>
        <p:spPr>
          <a:xfrm flipV="1">
            <a:off x="7506609" y="2419658"/>
            <a:ext cx="2280813" cy="1004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9D2099E-7738-CBA6-BA45-82C85599E4C1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flipV="1">
            <a:off x="6771426" y="1535269"/>
            <a:ext cx="17379" cy="757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52E32E-5973-04E7-85BB-BA6280A8E2DA}"/>
              </a:ext>
            </a:extLst>
          </p:cNvPr>
          <p:cNvCxnSpPr>
            <a:cxnSpLocks/>
            <a:stCxn id="17" idx="2"/>
            <a:endCxn id="8" idx="3"/>
          </p:cNvCxnSpPr>
          <p:nvPr/>
        </p:nvCxnSpPr>
        <p:spPr>
          <a:xfrm flipH="1">
            <a:off x="5013051" y="4149849"/>
            <a:ext cx="1758375" cy="1870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FEE048B-725D-8302-EA28-73AF828C8C9E}"/>
              </a:ext>
            </a:extLst>
          </p:cNvPr>
          <p:cNvCxnSpPr>
            <a:cxnSpLocks/>
            <a:stCxn id="17" idx="2"/>
            <a:endCxn id="15" idx="1"/>
          </p:cNvCxnSpPr>
          <p:nvPr/>
        </p:nvCxnSpPr>
        <p:spPr>
          <a:xfrm>
            <a:off x="6771426" y="4149849"/>
            <a:ext cx="1994916" cy="1832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8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94424-63EC-96EE-2D05-B6A8F04C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47"/>
            <a:ext cx="12192000" cy="664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6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1564f6-0349-4cc5-b00d-7cf3ba42f824">
      <Terms xmlns="http://schemas.microsoft.com/office/infopath/2007/PartnerControls"/>
    </lcf76f155ced4ddcb4097134ff3c332f>
    <TaxCatchAll xmlns="46297aa2-77d1-4586-9726-07d56a535e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6C0266E115364AA9B96DE5BECF7DB6" ma:contentTypeVersion="15" ma:contentTypeDescription="Create a new document." ma:contentTypeScope="" ma:versionID="551722a40203428949648bc103dd6387">
  <xsd:schema xmlns:xsd="http://www.w3.org/2001/XMLSchema" xmlns:xs="http://www.w3.org/2001/XMLSchema" xmlns:p="http://schemas.microsoft.com/office/2006/metadata/properties" xmlns:ns2="631564f6-0349-4cc5-b00d-7cf3ba42f824" xmlns:ns3="46297aa2-77d1-4586-9726-07d56a535ee7" targetNamespace="http://schemas.microsoft.com/office/2006/metadata/properties" ma:root="true" ma:fieldsID="d8f0414510291b140ea95367177c4af6" ns2:_="" ns3:_="">
    <xsd:import namespace="631564f6-0349-4cc5-b00d-7cf3ba42f824"/>
    <xsd:import namespace="46297aa2-77d1-4586-9726-07d56a535e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564f6-0349-4cc5-b00d-7cf3ba42f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297aa2-77d1-4586-9726-07d56a535ee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3f7f984-84d1-4adc-8904-137f404b280a}" ma:internalName="TaxCatchAll" ma:showField="CatchAllData" ma:web="46297aa2-77d1-4586-9726-07d56a535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657C4A-C614-488D-A621-334848EC5858}">
  <ds:schemaRefs>
    <ds:schemaRef ds:uri="http://schemas.microsoft.com/office/2006/metadata/properties"/>
    <ds:schemaRef ds:uri="http://schemas.microsoft.com/office/infopath/2007/PartnerControls"/>
    <ds:schemaRef ds:uri="631564f6-0349-4cc5-b00d-7cf3ba42f824"/>
    <ds:schemaRef ds:uri="46297aa2-77d1-4586-9726-07d56a535ee7"/>
  </ds:schemaRefs>
</ds:datastoreItem>
</file>

<file path=customXml/itemProps2.xml><?xml version="1.0" encoding="utf-8"?>
<ds:datastoreItem xmlns:ds="http://schemas.openxmlformats.org/officeDocument/2006/customXml" ds:itemID="{370B4057-56BB-4108-BFEF-42299D2CC8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33A01C-40F5-4F6A-A6C1-D0DF29715F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564f6-0349-4cc5-b00d-7cf3ba42f824"/>
    <ds:schemaRef ds:uri="46297aa2-77d1-4586-9726-07d56a535e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11945</TotalTime>
  <Words>96</Words>
  <Application>Microsoft Office PowerPoint</Application>
  <PresentationFormat>Widescreen</PresentationFormat>
  <Paragraphs>67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Dhaval Patel</dc:creator>
  <cp:lastModifiedBy>Dhaval Patel</cp:lastModifiedBy>
  <cp:revision>4</cp:revision>
  <dcterms:created xsi:type="dcterms:W3CDTF">2022-01-08T20:48:15Z</dcterms:created>
  <dcterms:modified xsi:type="dcterms:W3CDTF">2026-07-10T12:42:34Z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0x010100686C0266E115364AA9B96DE5BECF7DB6</vt:lpwstr>
  </property>
</Properties>
</file>