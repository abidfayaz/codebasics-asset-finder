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7" r:id="rId5"/>
    <p:sldId id="266" r:id="rId6"/>
    <p:sldId id="269" r:id="rId7"/>
    <p:sldId id="268" r:id="rId8"/>
    <p:sldId id="271" r:id="rId9"/>
    <p:sldId id="272" r:id="rId10"/>
    <p:sldId id="276" r:id="rId11"/>
    <p:sldId id="273" r:id="rId12"/>
    <p:sldId id="275" r:id="rId13"/>
    <p:sldId id="277" r:id="rId14"/>
    <p:sldId id="279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1459-0DE2-40E7-910F-664E6606D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8FB5E-A52F-40B2-A6F3-A03B8372D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44B26-92D5-4996-A60B-7C629075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6681-AEF0-406C-ACE6-45D496FFCB7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27B80-20D9-4473-A0AE-2BD7B1409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CFFC2-08FB-4105-A231-7D9290DE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0F1A-4B00-4013-B723-07AE93EED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8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B0D4-C4DC-4C6D-B17E-FED82B00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1A689-5291-4CB1-9280-222DAE112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40C8A-5EBE-4FEE-9A19-3770D28B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6681-AEF0-406C-ACE6-45D496FFCB7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2CC97-EE7B-4202-893E-2E039B1D6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6C3E0-BE8A-459C-AB40-E0FED60E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0F1A-4B00-4013-B723-07AE93EED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15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48D8A-8BEC-489A-AB55-D664CBCF0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18723-BF94-487B-A8BC-3EFDE5946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B3A41-748A-45DE-9FA0-7949540C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6681-AEF0-406C-ACE6-45D496FFCB7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7C8AA-13D8-4461-ADCC-9C4FADB9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85141-5AF7-4F2B-AE7C-FABBF6B76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0F1A-4B00-4013-B723-07AE93EED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0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1DD9-47E3-4AE2-B71A-BF60B45D9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9B845-9AD0-4829-80D0-6CC77F5C5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89E4B8-36D7-4F3E-9588-22C20FE17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70E42-EBF4-44B2-9B82-14C3D8F74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6681-AEF0-406C-ACE6-45D496FFCB7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2F919-4690-4D63-8E40-8F30650F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A6FEE-B822-48F0-B05D-1A6613794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0F1A-4B00-4013-B723-07AE93EED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54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BEC7-F80B-4EDB-89C9-444CF218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80FBF-EC40-461D-B454-F68499D9D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18396-CE56-41B3-80C3-8AEB7002D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552206-5D20-4A84-84AB-5EF0773FB7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C7A509-A1B0-4F4B-B972-D28AB96458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5977C-D649-4EAC-8451-4495955A0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6681-AEF0-406C-ACE6-45D496FFCB7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827DA-39C4-4169-B881-0417062C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6A73B-FDA6-4356-9366-04EA41E8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0F1A-4B00-4013-B723-07AE93EED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48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2132-B91E-4614-8716-B289A331A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0EEC9F-A47D-4CAD-8F65-237DF407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6681-AEF0-406C-ACE6-45D496FFCB7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623A9-E575-4771-B1BA-DA20222A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C9222-F49D-405E-B185-03015A64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0F1A-4B00-4013-B723-07AE93EED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678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3CDFCD-E34E-4164-B9A0-B538D6249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6681-AEF0-406C-ACE6-45D496FFCB7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2C5B44-7DAA-4AC0-9752-315C72DA4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7C7AD-D2B4-4E1E-B2B0-1CD6F36A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0F1A-4B00-4013-B723-07AE93EED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7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93BA-F236-44AF-8ABF-28FB9F830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C3271-A642-4EC9-91DE-D581680DD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D94D0-F327-44E8-9C34-CB7F80485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88C32-A36C-46FB-9C85-AFA60EDA6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6681-AEF0-406C-ACE6-45D496FFCB7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BBE2E-82CE-4408-AD73-029A343F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60865-1EBA-4E18-92FA-125D28A5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0F1A-4B00-4013-B723-07AE93EED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39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7858-57A7-4397-BCCB-22AFE3349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3BF70-68B7-46E8-B87C-56444F6D1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15D48-74FC-4E6B-B4BB-DBEA80F9F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CD289-5A96-4DF8-9A42-F4D1C33F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6681-AEF0-406C-ACE6-45D496FFCB7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AF367-DD5B-4198-B227-A32D7AD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43E8B-BCE3-496B-93C3-0354B45B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0F1A-4B00-4013-B723-07AE93EED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22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9A5A4-0D78-408D-A483-1186F5D7A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4FEDB-4F32-49A3-AAB5-0D40D8FDC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F314E-5952-485E-8A5A-4EF6F6B30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6681-AEF0-406C-ACE6-45D496FFCB7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D0F30-BD1E-4E76-89B0-FE606747D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1F2DC-3A69-4B10-A7CC-11A339F7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0F1A-4B00-4013-B723-07AE93EED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4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B02A81-D91E-4866-A1F9-8EFC6F9E8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59CF4-83D2-4663-A16D-521CC83D9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08BD2-F840-4887-A79E-5121ACF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6681-AEF0-406C-ACE6-45D496FFCB7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08FDA-72F5-47F7-BFA8-9F6B3DDF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B0560-4F66-40FC-97BF-F0A444E5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40F1A-4B00-4013-B723-07AE93EED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12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DFA51-A0A2-47B8-B886-F28E1559A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29206-09F2-4C3B-8CD8-34AAF13AE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7460C-ED2D-4ED9-B03B-F5044A63F6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16681-AEF0-406C-ACE6-45D496FFCB7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9FE16-32ED-445A-BE5E-824F8215D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FCFD7-20DA-415D-897F-60927DA5A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40F1A-4B00-4013-B723-07AE93EED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49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6D0058-EE64-46E0-9A64-DE339F7C1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178" y="1415903"/>
            <a:ext cx="3735643" cy="402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971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A3D166-A57D-4D19-B372-402B4F7E9F90}"/>
              </a:ext>
            </a:extLst>
          </p:cNvPr>
          <p:cNvCxnSpPr>
            <a:cxnSpLocks/>
          </p:cNvCxnSpPr>
          <p:nvPr/>
        </p:nvCxnSpPr>
        <p:spPr>
          <a:xfrm flipV="1">
            <a:off x="2884607" y="623518"/>
            <a:ext cx="0" cy="5738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5465FB-E429-4028-A2DB-62EDF1A9D021}"/>
              </a:ext>
            </a:extLst>
          </p:cNvPr>
          <p:cNvCxnSpPr>
            <a:cxnSpLocks/>
          </p:cNvCxnSpPr>
          <p:nvPr/>
        </p:nvCxnSpPr>
        <p:spPr>
          <a:xfrm flipV="1">
            <a:off x="1778250" y="5506084"/>
            <a:ext cx="955454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Diamond 5">
            <a:extLst>
              <a:ext uri="{FF2B5EF4-FFF2-40B4-BE49-F238E27FC236}">
                <a16:creationId xmlns:a16="http://schemas.microsoft.com/office/drawing/2014/main" id="{AF16FEB7-2ED4-4416-9E52-563344A830A1}"/>
              </a:ext>
            </a:extLst>
          </p:cNvPr>
          <p:cNvSpPr/>
          <p:nvPr/>
        </p:nvSpPr>
        <p:spPr>
          <a:xfrm>
            <a:off x="4792618" y="1754919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D776569C-50F0-472F-9D49-E81F3A9E4A29}"/>
              </a:ext>
            </a:extLst>
          </p:cNvPr>
          <p:cNvSpPr/>
          <p:nvPr/>
        </p:nvSpPr>
        <p:spPr>
          <a:xfrm>
            <a:off x="6605938" y="251362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F1BE4718-B1C9-4BCB-B31B-A26379AA00DC}"/>
              </a:ext>
            </a:extLst>
          </p:cNvPr>
          <p:cNvSpPr/>
          <p:nvPr/>
        </p:nvSpPr>
        <p:spPr>
          <a:xfrm>
            <a:off x="6214580" y="314647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22EDB841-1DDC-4E37-8760-A17F350EC305}"/>
              </a:ext>
            </a:extLst>
          </p:cNvPr>
          <p:cNvSpPr/>
          <p:nvPr/>
        </p:nvSpPr>
        <p:spPr>
          <a:xfrm>
            <a:off x="6755228" y="3580939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7598BF32-77F4-43FE-BAA6-43DDA0E789AA}"/>
              </a:ext>
            </a:extLst>
          </p:cNvPr>
          <p:cNvSpPr/>
          <p:nvPr/>
        </p:nvSpPr>
        <p:spPr>
          <a:xfrm>
            <a:off x="6531293" y="3054920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49AE3C95-BC58-4DB6-977C-6D7C96153F37}"/>
              </a:ext>
            </a:extLst>
          </p:cNvPr>
          <p:cNvSpPr/>
          <p:nvPr/>
        </p:nvSpPr>
        <p:spPr>
          <a:xfrm>
            <a:off x="7011117" y="299692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id="{3AD5E5B7-5897-4CAB-854E-119CDA034B71}"/>
              </a:ext>
            </a:extLst>
          </p:cNvPr>
          <p:cNvSpPr/>
          <p:nvPr/>
        </p:nvSpPr>
        <p:spPr>
          <a:xfrm>
            <a:off x="7311629" y="314647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A21D68DA-4555-4B5A-ACA2-A83430090066}"/>
              </a:ext>
            </a:extLst>
          </p:cNvPr>
          <p:cNvSpPr/>
          <p:nvPr/>
        </p:nvSpPr>
        <p:spPr>
          <a:xfrm>
            <a:off x="7025389" y="3450126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8A6AF7DE-379E-4AAD-BFB2-600E9E730540}"/>
              </a:ext>
            </a:extLst>
          </p:cNvPr>
          <p:cNvSpPr/>
          <p:nvPr/>
        </p:nvSpPr>
        <p:spPr>
          <a:xfrm>
            <a:off x="7656719" y="3775979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8A94D-8FF5-49FE-9C46-9F921AB6D2E8}"/>
              </a:ext>
            </a:extLst>
          </p:cNvPr>
          <p:cNvSpPr txBox="1"/>
          <p:nvPr/>
        </p:nvSpPr>
        <p:spPr>
          <a:xfrm>
            <a:off x="1946022" y="2970222"/>
            <a:ext cx="922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Petal </a:t>
            </a:r>
          </a:p>
          <a:p>
            <a:r>
              <a:rPr lang="en-US" dirty="0">
                <a:latin typeface="Bahnschrift" panose="020B0502040204020203" pitchFamily="34" charset="0"/>
              </a:rPr>
              <a:t>Length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47EF99-0CDA-4DB4-B4B9-4F92B3AF0A82}"/>
              </a:ext>
            </a:extLst>
          </p:cNvPr>
          <p:cNvSpPr txBox="1"/>
          <p:nvPr/>
        </p:nvSpPr>
        <p:spPr>
          <a:xfrm>
            <a:off x="5317876" y="5556887"/>
            <a:ext cx="1384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en-US" dirty="0"/>
              <a:t>Petal Width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75184E-E88A-49FE-891F-68484FC7F76C}"/>
              </a:ext>
            </a:extLst>
          </p:cNvPr>
          <p:cNvSpPr/>
          <p:nvPr/>
        </p:nvSpPr>
        <p:spPr>
          <a:xfrm>
            <a:off x="3856862" y="4139803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E22DA6C-8BEA-4436-8469-2FF78BB834EC}"/>
              </a:ext>
            </a:extLst>
          </p:cNvPr>
          <p:cNvSpPr/>
          <p:nvPr/>
        </p:nvSpPr>
        <p:spPr>
          <a:xfrm>
            <a:off x="4874856" y="3775979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5301B68-C8F4-4EA2-A137-79B3BB2B969D}"/>
              </a:ext>
            </a:extLst>
          </p:cNvPr>
          <p:cNvSpPr/>
          <p:nvPr/>
        </p:nvSpPr>
        <p:spPr>
          <a:xfrm>
            <a:off x="4944631" y="4201939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DBC6A15-3330-45A0-85B0-CD0575329FD1}"/>
              </a:ext>
            </a:extLst>
          </p:cNvPr>
          <p:cNvSpPr/>
          <p:nvPr/>
        </p:nvSpPr>
        <p:spPr>
          <a:xfrm>
            <a:off x="4565507" y="3518803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95AE6C-E1B7-4DD0-B838-AE1E0F23CF30}"/>
              </a:ext>
            </a:extLst>
          </p:cNvPr>
          <p:cNvSpPr/>
          <p:nvPr/>
        </p:nvSpPr>
        <p:spPr>
          <a:xfrm>
            <a:off x="5735485" y="4810883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D517C9-30E6-4015-B394-16EC85EAAD05}"/>
              </a:ext>
            </a:extLst>
          </p:cNvPr>
          <p:cNvSpPr/>
          <p:nvPr/>
        </p:nvSpPr>
        <p:spPr>
          <a:xfrm>
            <a:off x="5876173" y="4667605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144EB7C-C054-484A-8628-AFBD96CCAB9C}"/>
              </a:ext>
            </a:extLst>
          </p:cNvPr>
          <p:cNvSpPr/>
          <p:nvPr/>
        </p:nvSpPr>
        <p:spPr>
          <a:xfrm>
            <a:off x="6096663" y="4364224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30328E3-7D56-4CB7-B7E1-1BD8F5E64397}"/>
              </a:ext>
            </a:extLst>
          </p:cNvPr>
          <p:cNvSpPr/>
          <p:nvPr/>
        </p:nvSpPr>
        <p:spPr>
          <a:xfrm>
            <a:off x="5235938" y="3620277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B22D754-B98D-44E4-AF66-CF22310EFEBA}"/>
              </a:ext>
            </a:extLst>
          </p:cNvPr>
          <p:cNvSpPr/>
          <p:nvPr/>
        </p:nvSpPr>
        <p:spPr>
          <a:xfrm>
            <a:off x="9404513" y="1351915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ED732B-A10D-4D26-A0C3-763A5D09565F}"/>
              </a:ext>
            </a:extLst>
          </p:cNvPr>
          <p:cNvSpPr txBox="1"/>
          <p:nvPr/>
        </p:nvSpPr>
        <p:spPr>
          <a:xfrm>
            <a:off x="9652643" y="1212589"/>
            <a:ext cx="1384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ahnschrift" panose="020B0502040204020203" pitchFamily="34" charset="0"/>
              </a:rPr>
              <a:t>Setosa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A0C0FBBA-72E9-49C1-ADBD-74B5451E4BDF}"/>
              </a:ext>
            </a:extLst>
          </p:cNvPr>
          <p:cNvSpPr/>
          <p:nvPr/>
        </p:nvSpPr>
        <p:spPr>
          <a:xfrm>
            <a:off x="9397294" y="1677979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A85C65B-9B80-40C4-9590-7D88C3F16029}"/>
              </a:ext>
            </a:extLst>
          </p:cNvPr>
          <p:cNvSpPr txBox="1"/>
          <p:nvPr/>
        </p:nvSpPr>
        <p:spPr>
          <a:xfrm>
            <a:off x="9652643" y="1581921"/>
            <a:ext cx="1384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Versicolor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2B2684E-3140-416C-BA0A-95DDD0A172D7}"/>
              </a:ext>
            </a:extLst>
          </p:cNvPr>
          <p:cNvCxnSpPr>
            <a:cxnSpLocks/>
          </p:cNvCxnSpPr>
          <p:nvPr/>
        </p:nvCxnSpPr>
        <p:spPr>
          <a:xfrm>
            <a:off x="3208182" y="1132087"/>
            <a:ext cx="5882552" cy="522975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598EEEE-A2C6-4506-9359-9EE79919D880}"/>
              </a:ext>
            </a:extLst>
          </p:cNvPr>
          <p:cNvCxnSpPr>
            <a:cxnSpLocks/>
          </p:cNvCxnSpPr>
          <p:nvPr/>
        </p:nvCxnSpPr>
        <p:spPr>
          <a:xfrm>
            <a:off x="1642369" y="2041864"/>
            <a:ext cx="8904303" cy="346422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6BE82FB-CB9B-4510-BA16-7B0FCCCC7DD8}"/>
              </a:ext>
            </a:extLst>
          </p:cNvPr>
          <p:cNvCxnSpPr>
            <a:cxnSpLocks/>
          </p:cNvCxnSpPr>
          <p:nvPr/>
        </p:nvCxnSpPr>
        <p:spPr>
          <a:xfrm>
            <a:off x="3533313" y="115410"/>
            <a:ext cx="4272696" cy="6649374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8" name="Picture 97">
            <a:extLst>
              <a:ext uri="{FF2B5EF4-FFF2-40B4-BE49-F238E27FC236}">
                <a16:creationId xmlns:a16="http://schemas.microsoft.com/office/drawing/2014/main" id="{5DCDF5BC-3E3E-4D89-9EC7-A9949FF3D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980" y="2261831"/>
            <a:ext cx="2165881" cy="233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5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A3D166-A57D-4D19-B372-402B4F7E9F90}"/>
              </a:ext>
            </a:extLst>
          </p:cNvPr>
          <p:cNvCxnSpPr>
            <a:cxnSpLocks/>
          </p:cNvCxnSpPr>
          <p:nvPr/>
        </p:nvCxnSpPr>
        <p:spPr>
          <a:xfrm flipV="1">
            <a:off x="2884607" y="623518"/>
            <a:ext cx="0" cy="5738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5465FB-E429-4028-A2DB-62EDF1A9D021}"/>
              </a:ext>
            </a:extLst>
          </p:cNvPr>
          <p:cNvCxnSpPr>
            <a:cxnSpLocks/>
          </p:cNvCxnSpPr>
          <p:nvPr/>
        </p:nvCxnSpPr>
        <p:spPr>
          <a:xfrm flipV="1">
            <a:off x="1778250" y="5506084"/>
            <a:ext cx="955454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Diamond 5">
            <a:extLst>
              <a:ext uri="{FF2B5EF4-FFF2-40B4-BE49-F238E27FC236}">
                <a16:creationId xmlns:a16="http://schemas.microsoft.com/office/drawing/2014/main" id="{AF16FEB7-2ED4-4416-9E52-563344A830A1}"/>
              </a:ext>
            </a:extLst>
          </p:cNvPr>
          <p:cNvSpPr/>
          <p:nvPr/>
        </p:nvSpPr>
        <p:spPr>
          <a:xfrm>
            <a:off x="4792618" y="1754919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D776569C-50F0-472F-9D49-E81F3A9E4A29}"/>
              </a:ext>
            </a:extLst>
          </p:cNvPr>
          <p:cNvSpPr/>
          <p:nvPr/>
        </p:nvSpPr>
        <p:spPr>
          <a:xfrm>
            <a:off x="6605938" y="251362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F1BE4718-B1C9-4BCB-B31B-A26379AA00DC}"/>
              </a:ext>
            </a:extLst>
          </p:cNvPr>
          <p:cNvSpPr/>
          <p:nvPr/>
        </p:nvSpPr>
        <p:spPr>
          <a:xfrm>
            <a:off x="6214580" y="314647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22EDB841-1DDC-4E37-8760-A17F350EC305}"/>
              </a:ext>
            </a:extLst>
          </p:cNvPr>
          <p:cNvSpPr/>
          <p:nvPr/>
        </p:nvSpPr>
        <p:spPr>
          <a:xfrm>
            <a:off x="6755228" y="3580939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7598BF32-77F4-43FE-BAA6-43DDA0E789AA}"/>
              </a:ext>
            </a:extLst>
          </p:cNvPr>
          <p:cNvSpPr/>
          <p:nvPr/>
        </p:nvSpPr>
        <p:spPr>
          <a:xfrm>
            <a:off x="6531293" y="3054920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49AE3C95-BC58-4DB6-977C-6D7C96153F37}"/>
              </a:ext>
            </a:extLst>
          </p:cNvPr>
          <p:cNvSpPr/>
          <p:nvPr/>
        </p:nvSpPr>
        <p:spPr>
          <a:xfrm>
            <a:off x="7011117" y="299692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id="{3AD5E5B7-5897-4CAB-854E-119CDA034B71}"/>
              </a:ext>
            </a:extLst>
          </p:cNvPr>
          <p:cNvSpPr/>
          <p:nvPr/>
        </p:nvSpPr>
        <p:spPr>
          <a:xfrm>
            <a:off x="7311629" y="314647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A21D68DA-4555-4B5A-ACA2-A83430090066}"/>
              </a:ext>
            </a:extLst>
          </p:cNvPr>
          <p:cNvSpPr/>
          <p:nvPr/>
        </p:nvSpPr>
        <p:spPr>
          <a:xfrm>
            <a:off x="7025389" y="3450126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8A6AF7DE-379E-4AAD-BFB2-600E9E730540}"/>
              </a:ext>
            </a:extLst>
          </p:cNvPr>
          <p:cNvSpPr/>
          <p:nvPr/>
        </p:nvSpPr>
        <p:spPr>
          <a:xfrm>
            <a:off x="7656719" y="3775979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75184E-E88A-49FE-891F-68484FC7F76C}"/>
              </a:ext>
            </a:extLst>
          </p:cNvPr>
          <p:cNvSpPr/>
          <p:nvPr/>
        </p:nvSpPr>
        <p:spPr>
          <a:xfrm>
            <a:off x="3856862" y="4139803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E22DA6C-8BEA-4436-8469-2FF78BB834EC}"/>
              </a:ext>
            </a:extLst>
          </p:cNvPr>
          <p:cNvSpPr/>
          <p:nvPr/>
        </p:nvSpPr>
        <p:spPr>
          <a:xfrm>
            <a:off x="4874856" y="3775979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5301B68-C8F4-4EA2-A137-79B3BB2B969D}"/>
              </a:ext>
            </a:extLst>
          </p:cNvPr>
          <p:cNvSpPr/>
          <p:nvPr/>
        </p:nvSpPr>
        <p:spPr>
          <a:xfrm>
            <a:off x="4944631" y="4201939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DBC6A15-3330-45A0-85B0-CD0575329FD1}"/>
              </a:ext>
            </a:extLst>
          </p:cNvPr>
          <p:cNvSpPr/>
          <p:nvPr/>
        </p:nvSpPr>
        <p:spPr>
          <a:xfrm>
            <a:off x="4565507" y="3518803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95AE6C-E1B7-4DD0-B838-AE1E0F23CF30}"/>
              </a:ext>
            </a:extLst>
          </p:cNvPr>
          <p:cNvSpPr/>
          <p:nvPr/>
        </p:nvSpPr>
        <p:spPr>
          <a:xfrm>
            <a:off x="5735485" y="4810883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D517C9-30E6-4015-B394-16EC85EAAD05}"/>
              </a:ext>
            </a:extLst>
          </p:cNvPr>
          <p:cNvSpPr/>
          <p:nvPr/>
        </p:nvSpPr>
        <p:spPr>
          <a:xfrm>
            <a:off x="5876173" y="4667605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144EB7C-C054-484A-8628-AFBD96CCAB9C}"/>
              </a:ext>
            </a:extLst>
          </p:cNvPr>
          <p:cNvSpPr/>
          <p:nvPr/>
        </p:nvSpPr>
        <p:spPr>
          <a:xfrm>
            <a:off x="6096663" y="4364224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30328E3-7D56-4CB7-B7E1-1BD8F5E64397}"/>
              </a:ext>
            </a:extLst>
          </p:cNvPr>
          <p:cNvSpPr/>
          <p:nvPr/>
        </p:nvSpPr>
        <p:spPr>
          <a:xfrm>
            <a:off x="5235938" y="3620277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45D6D04-7FBB-49F4-A4C0-B3338798CFD8}"/>
              </a:ext>
            </a:extLst>
          </p:cNvPr>
          <p:cNvGrpSpPr/>
          <p:nvPr/>
        </p:nvGrpSpPr>
        <p:grpSpPr>
          <a:xfrm>
            <a:off x="3561401" y="292963"/>
            <a:ext cx="4244608" cy="6272074"/>
            <a:chOff x="3561401" y="292963"/>
            <a:chExt cx="4244608" cy="627207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83F7292-1034-4304-982B-436D423ECB9C}"/>
                </a:ext>
              </a:extLst>
            </p:cNvPr>
            <p:cNvCxnSpPr>
              <a:cxnSpLocks/>
            </p:cNvCxnSpPr>
            <p:nvPr/>
          </p:nvCxnSpPr>
          <p:spPr>
            <a:xfrm>
              <a:off x="3561401" y="292963"/>
              <a:ext cx="4244608" cy="6272074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7209CBA-7249-452E-8798-39B5658FE397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4657725" y="1843527"/>
              <a:ext cx="134893" cy="88608"/>
            </a:xfrm>
            <a:prstGeom prst="straightConnector1">
              <a:avLst/>
            </a:prstGeom>
            <a:ln w="9525" cap="flat" cmpd="sng" algn="ctr">
              <a:solidFill>
                <a:schemeClr val="accent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65CFEDE-EC71-48F6-A018-CB7B382C7BB2}"/>
                </a:ext>
              </a:extLst>
            </p:cNvPr>
            <p:cNvCxnSpPr>
              <a:cxnSpLocks/>
              <a:stCxn id="64" idx="3"/>
            </p:cNvCxnSpPr>
            <p:nvPr/>
          </p:nvCxnSpPr>
          <p:spPr>
            <a:xfrm flipV="1">
              <a:off x="6230766" y="4364224"/>
              <a:ext cx="89072" cy="62136"/>
            </a:xfrm>
            <a:prstGeom prst="straightConnector1">
              <a:avLst/>
            </a:prstGeom>
            <a:ln w="9525" cap="flat" cmpd="sng" algn="ctr">
              <a:solidFill>
                <a:schemeClr val="accent2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D11007A-529A-4A78-9E93-B35C0F5AAC73}"/>
              </a:ext>
            </a:extLst>
          </p:cNvPr>
          <p:cNvGrpSpPr/>
          <p:nvPr/>
        </p:nvGrpSpPr>
        <p:grpSpPr>
          <a:xfrm>
            <a:off x="3231472" y="994299"/>
            <a:ext cx="5744378" cy="5570738"/>
            <a:chOff x="3231472" y="994299"/>
            <a:chExt cx="5744378" cy="557073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F1789E0-B0A9-493B-BA04-FCEBAA60F1F3}"/>
                </a:ext>
              </a:extLst>
            </p:cNvPr>
            <p:cNvCxnSpPr>
              <a:cxnSpLocks/>
            </p:cNvCxnSpPr>
            <p:nvPr/>
          </p:nvCxnSpPr>
          <p:spPr>
            <a:xfrm>
              <a:off x="3231472" y="994299"/>
              <a:ext cx="5744378" cy="55707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0E4417C-C1E8-4821-BDDC-CD9DDD388B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5061" y="3277600"/>
              <a:ext cx="366860" cy="283718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A1BE0E5-672C-42EC-A2F4-0508C5CB709A}"/>
                </a:ext>
              </a:extLst>
            </p:cNvPr>
            <p:cNvCxnSpPr>
              <a:cxnSpLocks/>
              <a:stCxn id="65" idx="3"/>
            </p:cNvCxnSpPr>
            <p:nvPr/>
          </p:nvCxnSpPr>
          <p:spPr>
            <a:xfrm flipV="1">
              <a:off x="5370041" y="3367463"/>
              <a:ext cx="338396" cy="31495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6268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A3D166-A57D-4D19-B372-402B4F7E9F90}"/>
              </a:ext>
            </a:extLst>
          </p:cNvPr>
          <p:cNvCxnSpPr>
            <a:cxnSpLocks/>
          </p:cNvCxnSpPr>
          <p:nvPr/>
        </p:nvCxnSpPr>
        <p:spPr>
          <a:xfrm flipV="1">
            <a:off x="2884607" y="623518"/>
            <a:ext cx="0" cy="57383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5465FB-E429-4028-A2DB-62EDF1A9D021}"/>
              </a:ext>
            </a:extLst>
          </p:cNvPr>
          <p:cNvCxnSpPr>
            <a:cxnSpLocks/>
          </p:cNvCxnSpPr>
          <p:nvPr/>
        </p:nvCxnSpPr>
        <p:spPr>
          <a:xfrm flipV="1">
            <a:off x="1778250" y="5506084"/>
            <a:ext cx="955454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F1789E0-B0A9-493B-BA04-FCEBAA60F1F3}"/>
              </a:ext>
            </a:extLst>
          </p:cNvPr>
          <p:cNvCxnSpPr>
            <a:cxnSpLocks/>
          </p:cNvCxnSpPr>
          <p:nvPr/>
        </p:nvCxnSpPr>
        <p:spPr>
          <a:xfrm>
            <a:off x="3275860" y="976544"/>
            <a:ext cx="5760043" cy="55848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Diamond 5">
            <a:extLst>
              <a:ext uri="{FF2B5EF4-FFF2-40B4-BE49-F238E27FC236}">
                <a16:creationId xmlns:a16="http://schemas.microsoft.com/office/drawing/2014/main" id="{AF16FEB7-2ED4-4416-9E52-563344A830A1}"/>
              </a:ext>
            </a:extLst>
          </p:cNvPr>
          <p:cNvSpPr/>
          <p:nvPr/>
        </p:nvSpPr>
        <p:spPr>
          <a:xfrm>
            <a:off x="4837196" y="1733459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D776569C-50F0-472F-9D49-E81F3A9E4A29}"/>
              </a:ext>
            </a:extLst>
          </p:cNvPr>
          <p:cNvSpPr/>
          <p:nvPr/>
        </p:nvSpPr>
        <p:spPr>
          <a:xfrm>
            <a:off x="6605938" y="251362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F1BE4718-B1C9-4BCB-B31B-A26379AA00DC}"/>
              </a:ext>
            </a:extLst>
          </p:cNvPr>
          <p:cNvSpPr/>
          <p:nvPr/>
        </p:nvSpPr>
        <p:spPr>
          <a:xfrm>
            <a:off x="6214580" y="314647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22EDB841-1DDC-4E37-8760-A17F350EC305}"/>
              </a:ext>
            </a:extLst>
          </p:cNvPr>
          <p:cNvSpPr/>
          <p:nvPr/>
        </p:nvSpPr>
        <p:spPr>
          <a:xfrm>
            <a:off x="6747425" y="3677602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7598BF32-77F4-43FE-BAA6-43DDA0E789AA}"/>
              </a:ext>
            </a:extLst>
          </p:cNvPr>
          <p:cNvSpPr/>
          <p:nvPr/>
        </p:nvSpPr>
        <p:spPr>
          <a:xfrm>
            <a:off x="6531293" y="3054920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49AE3C95-BC58-4DB6-977C-6D7C96153F37}"/>
              </a:ext>
            </a:extLst>
          </p:cNvPr>
          <p:cNvSpPr/>
          <p:nvPr/>
        </p:nvSpPr>
        <p:spPr>
          <a:xfrm>
            <a:off x="7011117" y="299692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id="{3AD5E5B7-5897-4CAB-854E-119CDA034B71}"/>
              </a:ext>
            </a:extLst>
          </p:cNvPr>
          <p:cNvSpPr/>
          <p:nvPr/>
        </p:nvSpPr>
        <p:spPr>
          <a:xfrm>
            <a:off x="7311629" y="314647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A21D68DA-4555-4B5A-ACA2-A83430090066}"/>
              </a:ext>
            </a:extLst>
          </p:cNvPr>
          <p:cNvSpPr/>
          <p:nvPr/>
        </p:nvSpPr>
        <p:spPr>
          <a:xfrm>
            <a:off x="7025389" y="3450126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8A6AF7DE-379E-4AAD-BFB2-600E9E730540}"/>
              </a:ext>
            </a:extLst>
          </p:cNvPr>
          <p:cNvSpPr/>
          <p:nvPr/>
        </p:nvSpPr>
        <p:spPr>
          <a:xfrm>
            <a:off x="7656719" y="3775979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75184E-E88A-49FE-891F-68484FC7F76C}"/>
              </a:ext>
            </a:extLst>
          </p:cNvPr>
          <p:cNvSpPr/>
          <p:nvPr/>
        </p:nvSpPr>
        <p:spPr>
          <a:xfrm>
            <a:off x="3856862" y="4139803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E22DA6C-8BEA-4436-8469-2FF78BB834EC}"/>
              </a:ext>
            </a:extLst>
          </p:cNvPr>
          <p:cNvSpPr/>
          <p:nvPr/>
        </p:nvSpPr>
        <p:spPr>
          <a:xfrm>
            <a:off x="4874856" y="3775979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5301B68-C8F4-4EA2-A137-79B3BB2B969D}"/>
              </a:ext>
            </a:extLst>
          </p:cNvPr>
          <p:cNvSpPr/>
          <p:nvPr/>
        </p:nvSpPr>
        <p:spPr>
          <a:xfrm>
            <a:off x="4944631" y="4201939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DBC6A15-3330-45A0-85B0-CD0575329FD1}"/>
              </a:ext>
            </a:extLst>
          </p:cNvPr>
          <p:cNvSpPr/>
          <p:nvPr/>
        </p:nvSpPr>
        <p:spPr>
          <a:xfrm>
            <a:off x="4565507" y="3518803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95AE6C-E1B7-4DD0-B838-AE1E0F23CF30}"/>
              </a:ext>
            </a:extLst>
          </p:cNvPr>
          <p:cNvSpPr/>
          <p:nvPr/>
        </p:nvSpPr>
        <p:spPr>
          <a:xfrm>
            <a:off x="5735485" y="4810883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D517C9-30E6-4015-B394-16EC85EAAD05}"/>
              </a:ext>
            </a:extLst>
          </p:cNvPr>
          <p:cNvSpPr/>
          <p:nvPr/>
        </p:nvSpPr>
        <p:spPr>
          <a:xfrm>
            <a:off x="5876173" y="4667605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144EB7C-C054-484A-8628-AFBD96CCAB9C}"/>
              </a:ext>
            </a:extLst>
          </p:cNvPr>
          <p:cNvSpPr/>
          <p:nvPr/>
        </p:nvSpPr>
        <p:spPr>
          <a:xfrm>
            <a:off x="6096663" y="4364224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30328E3-7D56-4CB7-B7E1-1BD8F5E64397}"/>
              </a:ext>
            </a:extLst>
          </p:cNvPr>
          <p:cNvSpPr/>
          <p:nvPr/>
        </p:nvSpPr>
        <p:spPr>
          <a:xfrm>
            <a:off x="5235938" y="3620277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2AD6FA-C323-488B-86A9-244D1808A51C}"/>
              </a:ext>
            </a:extLst>
          </p:cNvPr>
          <p:cNvCxnSpPr>
            <a:cxnSpLocks/>
          </p:cNvCxnSpPr>
          <p:nvPr/>
        </p:nvCxnSpPr>
        <p:spPr>
          <a:xfrm flipV="1">
            <a:off x="6509729" y="3811750"/>
            <a:ext cx="266992" cy="29010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59DE0E9-99A2-48AB-B09E-8BB3567FEB76}"/>
              </a:ext>
            </a:extLst>
          </p:cNvPr>
          <p:cNvCxnSpPr>
            <a:cxnSpLocks/>
          </p:cNvCxnSpPr>
          <p:nvPr/>
        </p:nvCxnSpPr>
        <p:spPr>
          <a:xfrm flipV="1">
            <a:off x="6225312" y="4101852"/>
            <a:ext cx="266992" cy="29010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017C43E-B111-4F28-A697-E3AD02F94BA7}"/>
              </a:ext>
            </a:extLst>
          </p:cNvPr>
          <p:cNvSpPr txBox="1"/>
          <p:nvPr/>
        </p:nvSpPr>
        <p:spPr>
          <a:xfrm>
            <a:off x="7460919" y="4227801"/>
            <a:ext cx="927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hnschrift" panose="020B0502040204020203" pitchFamily="34" charset="0"/>
              </a:rPr>
              <a:t>Margin</a:t>
            </a: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AAD5FD6A-789B-467B-9209-26944B9D1EC4}"/>
              </a:ext>
            </a:extLst>
          </p:cNvPr>
          <p:cNvCxnSpPr>
            <a:cxnSpLocks/>
            <a:stCxn id="43" idx="1"/>
          </p:cNvCxnSpPr>
          <p:nvPr/>
        </p:nvCxnSpPr>
        <p:spPr>
          <a:xfrm rot="10800000">
            <a:off x="6656897" y="3986700"/>
            <a:ext cx="804023" cy="410379"/>
          </a:xfrm>
          <a:prstGeom prst="curvedConnector3">
            <a:avLst>
              <a:gd name="adj1" fmla="val 50001"/>
            </a:avLst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416D8C7-7ED8-44D0-988E-628F9E6A54EA}"/>
              </a:ext>
            </a:extLst>
          </p:cNvPr>
          <p:cNvGrpSpPr/>
          <p:nvPr/>
        </p:nvGrpSpPr>
        <p:grpSpPr>
          <a:xfrm>
            <a:off x="4891124" y="1340980"/>
            <a:ext cx="1930946" cy="3023244"/>
            <a:chOff x="4891124" y="1340980"/>
            <a:chExt cx="1930946" cy="302324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A7C9287-6506-48CE-89E6-5C7D8BADC2CF}"/>
                </a:ext>
              </a:extLst>
            </p:cNvPr>
            <p:cNvSpPr txBox="1"/>
            <p:nvPr/>
          </p:nvSpPr>
          <p:spPr>
            <a:xfrm>
              <a:off x="4891124" y="1340980"/>
              <a:ext cx="19071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Bahnschrift" panose="020B0502040204020203" pitchFamily="34" charset="0"/>
                </a:rPr>
                <a:t>Support Vectors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6550889-7783-4C3B-803D-71F218DC94D0}"/>
                </a:ext>
              </a:extLst>
            </p:cNvPr>
            <p:cNvCxnSpPr>
              <a:cxnSpLocks/>
              <a:stCxn id="58" idx="2"/>
              <a:endCxn id="6" idx="3"/>
            </p:cNvCxnSpPr>
            <p:nvPr/>
          </p:nvCxnSpPr>
          <p:spPr>
            <a:xfrm flipH="1">
              <a:off x="4986486" y="1679534"/>
              <a:ext cx="858213" cy="1425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37D31BBF-5A0A-4E2B-BB21-1AD86441B9C7}"/>
                </a:ext>
              </a:extLst>
            </p:cNvPr>
            <p:cNvCxnSpPr>
              <a:cxnSpLocks/>
              <a:stCxn id="58" idx="2"/>
              <a:endCxn id="50" idx="0"/>
            </p:cNvCxnSpPr>
            <p:nvPr/>
          </p:nvCxnSpPr>
          <p:spPr>
            <a:xfrm>
              <a:off x="5844699" y="1679534"/>
              <a:ext cx="444526" cy="14669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6A886CEC-F116-4265-AD7F-BEA3A1545D1E}"/>
                </a:ext>
              </a:extLst>
            </p:cNvPr>
            <p:cNvCxnSpPr>
              <a:cxnSpLocks/>
              <a:stCxn id="58" idx="2"/>
              <a:endCxn id="51" idx="0"/>
            </p:cNvCxnSpPr>
            <p:nvPr/>
          </p:nvCxnSpPr>
          <p:spPr>
            <a:xfrm>
              <a:off x="5844699" y="1679534"/>
              <a:ext cx="977371" cy="19980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D2DAD991-687C-47F0-84CF-218E91DB9D11}"/>
                </a:ext>
              </a:extLst>
            </p:cNvPr>
            <p:cNvCxnSpPr>
              <a:cxnSpLocks/>
              <a:stCxn id="58" idx="2"/>
              <a:endCxn id="65" idx="3"/>
            </p:cNvCxnSpPr>
            <p:nvPr/>
          </p:nvCxnSpPr>
          <p:spPr>
            <a:xfrm flipH="1">
              <a:off x="5370041" y="1679534"/>
              <a:ext cx="474658" cy="20028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0D6BE11E-FBBB-4421-8BA1-7F234CF1EF31}"/>
                </a:ext>
              </a:extLst>
            </p:cNvPr>
            <p:cNvCxnSpPr>
              <a:cxnSpLocks/>
              <a:stCxn id="58" idx="2"/>
              <a:endCxn id="64" idx="0"/>
            </p:cNvCxnSpPr>
            <p:nvPr/>
          </p:nvCxnSpPr>
          <p:spPr>
            <a:xfrm>
              <a:off x="5844699" y="1679534"/>
              <a:ext cx="319016" cy="26846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0C7B8EB-62FE-4365-B2E6-4631C46BB6AB}"/>
              </a:ext>
            </a:extLst>
          </p:cNvPr>
          <p:cNvCxnSpPr>
            <a:cxnSpLocks/>
          </p:cNvCxnSpPr>
          <p:nvPr/>
        </p:nvCxnSpPr>
        <p:spPr>
          <a:xfrm flipV="1">
            <a:off x="5382081" y="3341602"/>
            <a:ext cx="266992" cy="29010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346E99E-1DDE-4C15-A84F-5DE9B96DD265}"/>
              </a:ext>
            </a:extLst>
          </p:cNvPr>
          <p:cNvCxnSpPr>
            <a:cxnSpLocks/>
          </p:cNvCxnSpPr>
          <p:nvPr/>
        </p:nvCxnSpPr>
        <p:spPr>
          <a:xfrm flipV="1">
            <a:off x="4595128" y="1880043"/>
            <a:ext cx="276710" cy="3134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EE7A45A-AB95-4443-BC72-A5B0C0F75036}"/>
              </a:ext>
            </a:extLst>
          </p:cNvPr>
          <p:cNvCxnSpPr>
            <a:cxnSpLocks/>
          </p:cNvCxnSpPr>
          <p:nvPr/>
        </p:nvCxnSpPr>
        <p:spPr>
          <a:xfrm flipV="1">
            <a:off x="5971705" y="3265910"/>
            <a:ext cx="276710" cy="3134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47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60129F-C561-471F-B706-5559C66FF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997" y="2322254"/>
            <a:ext cx="2686101" cy="2213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970FDF-BF2D-4782-880B-7CC534AB6F81}"/>
              </a:ext>
            </a:extLst>
          </p:cNvPr>
          <p:cNvSpPr txBox="1"/>
          <p:nvPr/>
        </p:nvSpPr>
        <p:spPr>
          <a:xfrm>
            <a:off x="5594097" y="1760577"/>
            <a:ext cx="50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10BA8E-B6E1-4172-84F7-ACBA5E862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2177534"/>
            <a:ext cx="3641819" cy="26717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AFA3D1-29CC-49B2-A601-9C81FAF28157}"/>
              </a:ext>
            </a:extLst>
          </p:cNvPr>
          <p:cNvSpPr txBox="1"/>
          <p:nvPr/>
        </p:nvSpPr>
        <p:spPr>
          <a:xfrm>
            <a:off x="1820909" y="1787604"/>
            <a:ext cx="50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CC4DD7-9CDF-4585-9684-23E831A59A5F}"/>
              </a:ext>
            </a:extLst>
          </p:cNvPr>
          <p:cNvSpPr txBox="1"/>
          <p:nvPr/>
        </p:nvSpPr>
        <p:spPr>
          <a:xfrm>
            <a:off x="9449341" y="1760577"/>
            <a:ext cx="501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Bahnschrift" panose="020B0502040204020203" pitchFamily="34" charset="0"/>
              </a:rPr>
              <a:t>nD</a:t>
            </a:r>
            <a:endParaRPr lang="en-US" dirty="0">
              <a:latin typeface="Bahnschrift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757B22-CEAF-4C24-9FD9-D6E767897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798" y="2255576"/>
            <a:ext cx="2911307" cy="291716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738D1A6-4865-4E81-A779-C65E5B7590A2}"/>
              </a:ext>
            </a:extLst>
          </p:cNvPr>
          <p:cNvSpPr/>
          <p:nvPr/>
        </p:nvSpPr>
        <p:spPr>
          <a:xfrm>
            <a:off x="4231152" y="4623613"/>
            <a:ext cx="40535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Image Credit: https://appliedmachinelearning.blog</a:t>
            </a:r>
          </a:p>
        </p:txBody>
      </p:sp>
    </p:spTree>
    <p:extLst>
      <p:ext uri="{BB962C8B-B14F-4D97-AF65-F5344CB8AC3E}">
        <p14:creationId xmlns:p14="http://schemas.microsoft.com/office/powerpoint/2010/main" val="189672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264F6-FB06-4C90-9683-DDBB53D65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0"/>
            <a:ext cx="11249026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latin typeface="Bahnschrift" panose="020B0502040204020203" pitchFamily="34" charset="0"/>
              </a:rPr>
              <a:t>Support vector machine draws a hyper plane in n dimensional space such that it maximizes margin between classification groups</a:t>
            </a:r>
          </a:p>
        </p:txBody>
      </p:sp>
    </p:spTree>
    <p:extLst>
      <p:ext uri="{BB962C8B-B14F-4D97-AF65-F5344CB8AC3E}">
        <p14:creationId xmlns:p14="http://schemas.microsoft.com/office/powerpoint/2010/main" val="901197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264F6-FB06-4C90-9683-DDBB53D65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0"/>
            <a:ext cx="11249026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latin typeface="Bahnschrift" panose="020B0502040204020203" pitchFamily="34" charset="0"/>
              </a:rPr>
              <a:t>Gamma &amp;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1411942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B4D90AC7-5E63-4003-94E9-7621F6E330E1}"/>
              </a:ext>
            </a:extLst>
          </p:cNvPr>
          <p:cNvGrpSpPr/>
          <p:nvPr/>
        </p:nvGrpSpPr>
        <p:grpSpPr>
          <a:xfrm>
            <a:off x="918079" y="1336635"/>
            <a:ext cx="4659274" cy="3796920"/>
            <a:chOff x="876300" y="2438400"/>
            <a:chExt cx="4659274" cy="3796920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B8BF5DD-DA6E-4B5C-BDB6-95CC715AC0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2982" y="2438400"/>
              <a:ext cx="0" cy="37969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0CAAC21-2C89-46F5-ADEE-632FFCAAE136}"/>
                </a:ext>
              </a:extLst>
            </p:cNvPr>
            <p:cNvCxnSpPr>
              <a:cxnSpLocks/>
            </p:cNvCxnSpPr>
            <p:nvPr/>
          </p:nvCxnSpPr>
          <p:spPr>
            <a:xfrm>
              <a:off x="876300" y="5708534"/>
              <a:ext cx="46592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88CB19-CAE1-44B1-9B01-8D9F77A7B7D0}"/>
                </a:ext>
              </a:extLst>
            </p:cNvPr>
            <p:cNvSpPr/>
            <p:nvPr/>
          </p:nvSpPr>
          <p:spPr>
            <a:xfrm>
              <a:off x="1566631" y="4388727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0DC1E22-B10D-404D-B842-7994F6C8E9FC}"/>
                </a:ext>
              </a:extLst>
            </p:cNvPr>
            <p:cNvCxnSpPr>
              <a:cxnSpLocks/>
              <a:endCxn id="59" idx="2"/>
            </p:cNvCxnSpPr>
            <p:nvPr/>
          </p:nvCxnSpPr>
          <p:spPr>
            <a:xfrm flipV="1">
              <a:off x="2946661" y="4482720"/>
              <a:ext cx="193834" cy="130902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85DD1EE-448C-4946-9FCF-BB7CC4C20514}"/>
                </a:ext>
              </a:extLst>
            </p:cNvPr>
            <p:cNvSpPr/>
            <p:nvPr/>
          </p:nvSpPr>
          <p:spPr>
            <a:xfrm>
              <a:off x="2023831" y="4076796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654E7A5-41C8-4D0D-B48A-95B09A9F6E22}"/>
                </a:ext>
              </a:extLst>
            </p:cNvPr>
            <p:cNvSpPr/>
            <p:nvPr/>
          </p:nvSpPr>
          <p:spPr>
            <a:xfrm>
              <a:off x="2419033" y="3998167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11BB304-61DD-424B-8B8F-6A465B9078F8}"/>
                </a:ext>
              </a:extLst>
            </p:cNvPr>
            <p:cNvSpPr/>
            <p:nvPr/>
          </p:nvSpPr>
          <p:spPr>
            <a:xfrm>
              <a:off x="2279457" y="4448341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553948E-797F-4285-AEDD-BC2750F4B38A}"/>
                </a:ext>
              </a:extLst>
            </p:cNvPr>
            <p:cNvSpPr/>
            <p:nvPr/>
          </p:nvSpPr>
          <p:spPr>
            <a:xfrm>
              <a:off x="2891600" y="5180910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8C28F17-CCC3-4184-AEF3-14B31BB7342C}"/>
                </a:ext>
              </a:extLst>
            </p:cNvPr>
            <p:cNvSpPr/>
            <p:nvPr/>
          </p:nvSpPr>
          <p:spPr>
            <a:xfrm>
              <a:off x="2700235" y="4585394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54AD043-5B97-490D-A2D1-F74A50EDFB3D}"/>
                </a:ext>
              </a:extLst>
            </p:cNvPr>
            <p:cNvSpPr/>
            <p:nvPr/>
          </p:nvSpPr>
          <p:spPr>
            <a:xfrm>
              <a:off x="2635495" y="4153000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F041DB9-AD55-46B6-8EF5-411ADC154604}"/>
                </a:ext>
              </a:extLst>
            </p:cNvPr>
            <p:cNvSpPr/>
            <p:nvPr/>
          </p:nvSpPr>
          <p:spPr>
            <a:xfrm>
              <a:off x="1871431" y="4693527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C351CA3-4977-4F8B-BA65-CEE4E569B8A2}"/>
                </a:ext>
              </a:extLst>
            </p:cNvPr>
            <p:cNvSpPr/>
            <p:nvPr/>
          </p:nvSpPr>
          <p:spPr>
            <a:xfrm>
              <a:off x="2542307" y="4740523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Diamond 48">
              <a:extLst>
                <a:ext uri="{FF2B5EF4-FFF2-40B4-BE49-F238E27FC236}">
                  <a16:creationId xmlns:a16="http://schemas.microsoft.com/office/drawing/2014/main" id="{24730E0D-F5EF-4F19-9534-6275C509C5E4}"/>
                </a:ext>
              </a:extLst>
            </p:cNvPr>
            <p:cNvSpPr/>
            <p:nvPr/>
          </p:nvSpPr>
          <p:spPr>
            <a:xfrm>
              <a:off x="3478753" y="3978177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Diamond 58">
              <a:extLst>
                <a:ext uri="{FF2B5EF4-FFF2-40B4-BE49-F238E27FC236}">
                  <a16:creationId xmlns:a16="http://schemas.microsoft.com/office/drawing/2014/main" id="{63C2A27F-84FD-4041-9AA1-71B8EE4AAE73}"/>
                </a:ext>
              </a:extLst>
            </p:cNvPr>
            <p:cNvSpPr/>
            <p:nvPr/>
          </p:nvSpPr>
          <p:spPr>
            <a:xfrm>
              <a:off x="3072636" y="4336260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Diamond 59">
              <a:extLst>
                <a:ext uri="{FF2B5EF4-FFF2-40B4-BE49-F238E27FC236}">
                  <a16:creationId xmlns:a16="http://schemas.microsoft.com/office/drawing/2014/main" id="{A27EF007-2601-4062-8CE2-B22B29936B0C}"/>
                </a:ext>
              </a:extLst>
            </p:cNvPr>
            <p:cNvSpPr/>
            <p:nvPr/>
          </p:nvSpPr>
          <p:spPr>
            <a:xfrm>
              <a:off x="3102603" y="4787519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Diamond 60">
              <a:extLst>
                <a:ext uri="{FF2B5EF4-FFF2-40B4-BE49-F238E27FC236}">
                  <a16:creationId xmlns:a16="http://schemas.microsoft.com/office/drawing/2014/main" id="{FAEDC0D1-AC13-44E4-8B92-2D189E26A6C1}"/>
                </a:ext>
              </a:extLst>
            </p:cNvPr>
            <p:cNvSpPr/>
            <p:nvPr/>
          </p:nvSpPr>
          <p:spPr>
            <a:xfrm>
              <a:off x="3815821" y="3971934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Diamond 61">
              <a:extLst>
                <a:ext uri="{FF2B5EF4-FFF2-40B4-BE49-F238E27FC236}">
                  <a16:creationId xmlns:a16="http://schemas.microsoft.com/office/drawing/2014/main" id="{AB3A457D-9291-4D8D-8141-F2E0AC35B1C4}"/>
                </a:ext>
              </a:extLst>
            </p:cNvPr>
            <p:cNvSpPr/>
            <p:nvPr/>
          </p:nvSpPr>
          <p:spPr>
            <a:xfrm>
              <a:off x="3511021" y="4289229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Diamond 62">
              <a:extLst>
                <a:ext uri="{FF2B5EF4-FFF2-40B4-BE49-F238E27FC236}">
                  <a16:creationId xmlns:a16="http://schemas.microsoft.com/office/drawing/2014/main" id="{663ED0F7-C656-4F82-8E1E-4AFF30706246}"/>
                </a:ext>
              </a:extLst>
            </p:cNvPr>
            <p:cNvSpPr/>
            <p:nvPr/>
          </p:nvSpPr>
          <p:spPr>
            <a:xfrm>
              <a:off x="4159662" y="3429000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Diamond 63">
              <a:extLst>
                <a:ext uri="{FF2B5EF4-FFF2-40B4-BE49-F238E27FC236}">
                  <a16:creationId xmlns:a16="http://schemas.microsoft.com/office/drawing/2014/main" id="{55CF8874-FA10-4131-8719-26F973D44E73}"/>
                </a:ext>
              </a:extLst>
            </p:cNvPr>
            <p:cNvSpPr/>
            <p:nvPr/>
          </p:nvSpPr>
          <p:spPr>
            <a:xfrm>
              <a:off x="3646739" y="4559161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Diamond 64">
              <a:extLst>
                <a:ext uri="{FF2B5EF4-FFF2-40B4-BE49-F238E27FC236}">
                  <a16:creationId xmlns:a16="http://schemas.microsoft.com/office/drawing/2014/main" id="{81953639-F09D-4F73-B207-25B3DCE9A0B2}"/>
                </a:ext>
              </a:extLst>
            </p:cNvPr>
            <p:cNvSpPr/>
            <p:nvPr/>
          </p:nvSpPr>
          <p:spPr>
            <a:xfrm>
              <a:off x="3965883" y="4469114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Diamond 65">
              <a:extLst>
                <a:ext uri="{FF2B5EF4-FFF2-40B4-BE49-F238E27FC236}">
                  <a16:creationId xmlns:a16="http://schemas.microsoft.com/office/drawing/2014/main" id="{ED4BDA2B-3110-4B13-B8B8-4C28047558DE}"/>
                </a:ext>
              </a:extLst>
            </p:cNvPr>
            <p:cNvSpPr/>
            <p:nvPr/>
          </p:nvSpPr>
          <p:spPr>
            <a:xfrm>
              <a:off x="3782457" y="5015124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Connector: Curved 67">
              <a:extLst>
                <a:ext uri="{FF2B5EF4-FFF2-40B4-BE49-F238E27FC236}">
                  <a16:creationId xmlns:a16="http://schemas.microsoft.com/office/drawing/2014/main" id="{06E913C9-EBA5-4FB9-BFC8-B9F4B5A972D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932090" y="3583017"/>
              <a:ext cx="2672523" cy="1163929"/>
            </a:xfrm>
            <a:prstGeom prst="curvedConnector3">
              <a:avLst>
                <a:gd name="adj1" fmla="val 83146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4299FF3-DB9B-429B-B241-62FC52BABE0F}"/>
                </a:ext>
              </a:extLst>
            </p:cNvPr>
            <p:cNvSpPr/>
            <p:nvPr/>
          </p:nvSpPr>
          <p:spPr>
            <a:xfrm>
              <a:off x="3334150" y="5163559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4E0A7BD-C06D-4349-8B67-B734C5B2ED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3461" y="4502552"/>
              <a:ext cx="109271" cy="82842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BB973E9A-EB53-4315-9D29-1C9B7FD3D5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7434" y="5015124"/>
              <a:ext cx="182352" cy="161066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8040CC39-CF08-4632-B5FF-BB796DCE18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9121" y="5095657"/>
              <a:ext cx="79989" cy="6182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5079B300-7F86-4E3F-92DD-84286A6F27AE}"/>
                </a:ext>
              </a:extLst>
            </p:cNvPr>
            <p:cNvCxnSpPr>
              <a:cxnSpLocks/>
            </p:cNvCxnSpPr>
            <p:nvPr/>
          </p:nvCxnSpPr>
          <p:spPr>
            <a:xfrm>
              <a:off x="2741868" y="4199996"/>
              <a:ext cx="87057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89916FA-5790-40CB-9C54-4EC3E4915C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7970" y="3998167"/>
              <a:ext cx="285491" cy="7588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5A2A08FC-519B-4DF1-83E8-BD109A26A8CE}"/>
                </a:ext>
              </a:extLst>
            </p:cNvPr>
            <p:cNvCxnSpPr>
              <a:cxnSpLocks/>
              <a:endCxn id="60" idx="1"/>
            </p:cNvCxnSpPr>
            <p:nvPr/>
          </p:nvCxnSpPr>
          <p:spPr>
            <a:xfrm flipV="1">
              <a:off x="3043578" y="4860749"/>
              <a:ext cx="59025" cy="14539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8BE32EFA-4DAD-4285-91C6-E0AD970C25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06555" y="5126568"/>
              <a:ext cx="115246" cy="101338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63B976D1-4CC7-4A77-94F5-859A07471413}"/>
              </a:ext>
            </a:extLst>
          </p:cNvPr>
          <p:cNvGrpSpPr/>
          <p:nvPr/>
        </p:nvGrpSpPr>
        <p:grpSpPr>
          <a:xfrm>
            <a:off x="6498773" y="1388502"/>
            <a:ext cx="4659274" cy="3796920"/>
            <a:chOff x="6493412" y="628096"/>
            <a:chExt cx="4659274" cy="3796920"/>
          </a:xfrm>
        </p:grpSpPr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5E5D961D-C7BE-4F8E-B74C-C63FFAB968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0094" y="628096"/>
              <a:ext cx="0" cy="37969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46C12538-B7EB-40AE-9AD5-9F6193F5F32C}"/>
                </a:ext>
              </a:extLst>
            </p:cNvPr>
            <p:cNvCxnSpPr>
              <a:cxnSpLocks/>
            </p:cNvCxnSpPr>
            <p:nvPr/>
          </p:nvCxnSpPr>
          <p:spPr>
            <a:xfrm>
              <a:off x="6493412" y="3898230"/>
              <a:ext cx="46592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7152055-07F1-4D9E-AEF4-BC9D10B2E58E}"/>
                </a:ext>
              </a:extLst>
            </p:cNvPr>
            <p:cNvSpPr/>
            <p:nvPr/>
          </p:nvSpPr>
          <p:spPr>
            <a:xfrm>
              <a:off x="7183743" y="2578423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131B0EBC-4983-4E83-86F9-EA9851318E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0729" y="2966620"/>
              <a:ext cx="39500" cy="45657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A14D0FC-8113-4A48-A2DD-8F0F7D97EA1F}"/>
                </a:ext>
              </a:extLst>
            </p:cNvPr>
            <p:cNvSpPr/>
            <p:nvPr/>
          </p:nvSpPr>
          <p:spPr>
            <a:xfrm>
              <a:off x="7640943" y="2266492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B4BE290-64DF-4E56-9BA2-C74BE91AE1BE}"/>
                </a:ext>
              </a:extLst>
            </p:cNvPr>
            <p:cNvSpPr/>
            <p:nvPr/>
          </p:nvSpPr>
          <p:spPr>
            <a:xfrm>
              <a:off x="8036145" y="2187863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F95A365-D9B5-4D08-8984-575FBA48DF4E}"/>
                </a:ext>
              </a:extLst>
            </p:cNvPr>
            <p:cNvSpPr/>
            <p:nvPr/>
          </p:nvSpPr>
          <p:spPr>
            <a:xfrm>
              <a:off x="7896569" y="2638037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743F23F-7A66-4648-A985-A4B1DEA10A79}"/>
                </a:ext>
              </a:extLst>
            </p:cNvPr>
            <p:cNvSpPr/>
            <p:nvPr/>
          </p:nvSpPr>
          <p:spPr>
            <a:xfrm>
              <a:off x="8508712" y="3370606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E11B962-456A-4A40-A0C2-4A6EF11E814A}"/>
                </a:ext>
              </a:extLst>
            </p:cNvPr>
            <p:cNvSpPr/>
            <p:nvPr/>
          </p:nvSpPr>
          <p:spPr>
            <a:xfrm>
              <a:off x="8317347" y="2775090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FB50E5A-0DDA-4AF4-BF1C-61583CA9BDF5}"/>
                </a:ext>
              </a:extLst>
            </p:cNvPr>
            <p:cNvSpPr/>
            <p:nvPr/>
          </p:nvSpPr>
          <p:spPr>
            <a:xfrm>
              <a:off x="8252607" y="2342696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8001D7F1-E591-484C-93FD-155A8BB5958B}"/>
                </a:ext>
              </a:extLst>
            </p:cNvPr>
            <p:cNvSpPr/>
            <p:nvPr/>
          </p:nvSpPr>
          <p:spPr>
            <a:xfrm>
              <a:off x="7488543" y="2883223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F0F251E-77A3-415B-B8D1-6838E4D13A91}"/>
                </a:ext>
              </a:extLst>
            </p:cNvPr>
            <p:cNvSpPr/>
            <p:nvPr/>
          </p:nvSpPr>
          <p:spPr>
            <a:xfrm>
              <a:off x="8159419" y="2930219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Diamond 108">
              <a:extLst>
                <a:ext uri="{FF2B5EF4-FFF2-40B4-BE49-F238E27FC236}">
                  <a16:creationId xmlns:a16="http://schemas.microsoft.com/office/drawing/2014/main" id="{85D66C88-90D9-4E80-9EA8-A1A7D718C933}"/>
                </a:ext>
              </a:extLst>
            </p:cNvPr>
            <p:cNvSpPr/>
            <p:nvPr/>
          </p:nvSpPr>
          <p:spPr>
            <a:xfrm>
              <a:off x="9095865" y="2167873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Diamond 109">
              <a:extLst>
                <a:ext uri="{FF2B5EF4-FFF2-40B4-BE49-F238E27FC236}">
                  <a16:creationId xmlns:a16="http://schemas.microsoft.com/office/drawing/2014/main" id="{3E56EA7D-27A4-41AD-90E8-1C33291B8633}"/>
                </a:ext>
              </a:extLst>
            </p:cNvPr>
            <p:cNvSpPr/>
            <p:nvPr/>
          </p:nvSpPr>
          <p:spPr>
            <a:xfrm>
              <a:off x="8689748" y="2525956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Diamond 110">
              <a:extLst>
                <a:ext uri="{FF2B5EF4-FFF2-40B4-BE49-F238E27FC236}">
                  <a16:creationId xmlns:a16="http://schemas.microsoft.com/office/drawing/2014/main" id="{DBCEA311-115D-4142-AB78-BCE12AA4036E}"/>
                </a:ext>
              </a:extLst>
            </p:cNvPr>
            <p:cNvSpPr/>
            <p:nvPr/>
          </p:nvSpPr>
          <p:spPr>
            <a:xfrm>
              <a:off x="8719715" y="2977215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Diamond 111">
              <a:extLst>
                <a:ext uri="{FF2B5EF4-FFF2-40B4-BE49-F238E27FC236}">
                  <a16:creationId xmlns:a16="http://schemas.microsoft.com/office/drawing/2014/main" id="{9D419A66-E71C-4997-8419-9AE1FF9CC1C7}"/>
                </a:ext>
              </a:extLst>
            </p:cNvPr>
            <p:cNvSpPr/>
            <p:nvPr/>
          </p:nvSpPr>
          <p:spPr>
            <a:xfrm>
              <a:off x="9432933" y="2161630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Diamond 112">
              <a:extLst>
                <a:ext uri="{FF2B5EF4-FFF2-40B4-BE49-F238E27FC236}">
                  <a16:creationId xmlns:a16="http://schemas.microsoft.com/office/drawing/2014/main" id="{C8C96583-3069-4B81-ADA1-F05C7C636D3E}"/>
                </a:ext>
              </a:extLst>
            </p:cNvPr>
            <p:cNvSpPr/>
            <p:nvPr/>
          </p:nvSpPr>
          <p:spPr>
            <a:xfrm>
              <a:off x="9128133" y="2478925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Diamond 113">
              <a:extLst>
                <a:ext uri="{FF2B5EF4-FFF2-40B4-BE49-F238E27FC236}">
                  <a16:creationId xmlns:a16="http://schemas.microsoft.com/office/drawing/2014/main" id="{F33EE4A9-8ED5-4388-88E6-E449FD798C48}"/>
                </a:ext>
              </a:extLst>
            </p:cNvPr>
            <p:cNvSpPr/>
            <p:nvPr/>
          </p:nvSpPr>
          <p:spPr>
            <a:xfrm>
              <a:off x="9776774" y="1618696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Diamond 114">
              <a:extLst>
                <a:ext uri="{FF2B5EF4-FFF2-40B4-BE49-F238E27FC236}">
                  <a16:creationId xmlns:a16="http://schemas.microsoft.com/office/drawing/2014/main" id="{BD322F4C-B25A-4255-B764-87EFD8314E38}"/>
                </a:ext>
              </a:extLst>
            </p:cNvPr>
            <p:cNvSpPr/>
            <p:nvPr/>
          </p:nvSpPr>
          <p:spPr>
            <a:xfrm>
              <a:off x="9263851" y="2748857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Diamond 115">
              <a:extLst>
                <a:ext uri="{FF2B5EF4-FFF2-40B4-BE49-F238E27FC236}">
                  <a16:creationId xmlns:a16="http://schemas.microsoft.com/office/drawing/2014/main" id="{BA75EB9B-14AD-462F-97D5-1D562778AD34}"/>
                </a:ext>
              </a:extLst>
            </p:cNvPr>
            <p:cNvSpPr/>
            <p:nvPr/>
          </p:nvSpPr>
          <p:spPr>
            <a:xfrm>
              <a:off x="9582995" y="2658810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Diamond 116">
              <a:extLst>
                <a:ext uri="{FF2B5EF4-FFF2-40B4-BE49-F238E27FC236}">
                  <a16:creationId xmlns:a16="http://schemas.microsoft.com/office/drawing/2014/main" id="{DD4432A8-9C72-4FEA-910F-DE449B67FA59}"/>
                </a:ext>
              </a:extLst>
            </p:cNvPr>
            <p:cNvSpPr/>
            <p:nvPr/>
          </p:nvSpPr>
          <p:spPr>
            <a:xfrm>
              <a:off x="9399569" y="3204820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157E3AB-E84A-4A1D-8A3B-DDD387993E03}"/>
                </a:ext>
              </a:extLst>
            </p:cNvPr>
            <p:cNvSpPr/>
            <p:nvPr/>
          </p:nvSpPr>
          <p:spPr>
            <a:xfrm>
              <a:off x="8951262" y="3353255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CFB1A91E-3EBB-4E7D-A319-FE17237377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0573" y="2598415"/>
              <a:ext cx="181604" cy="17667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AAB88D98-F466-452C-A9B0-5140556A82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4546" y="3086927"/>
              <a:ext cx="345313" cy="278959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55FCCE13-4AFE-4E15-A2B2-E219A6B850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56233" y="3285353"/>
              <a:ext cx="79989" cy="6182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6D59DB8C-3591-42E8-A6D3-435963E7CB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8980" y="2354677"/>
              <a:ext cx="61593" cy="3501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E9E970F4-276A-485D-85EA-2ED3A86863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5082" y="2131355"/>
              <a:ext cx="92196" cy="64096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667B60BD-682F-45FE-90FC-7BF8D608A7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3667" y="3316264"/>
              <a:ext cx="115246" cy="101338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373356EE-2643-4B76-BC8D-70DFC8E87E70}"/>
                </a:ext>
              </a:extLst>
            </p:cNvPr>
            <p:cNvCxnSpPr>
              <a:cxnSpLocks/>
            </p:cNvCxnSpPr>
            <p:nvPr/>
          </p:nvCxnSpPr>
          <p:spPr>
            <a:xfrm>
              <a:off x="7375158" y="1017332"/>
              <a:ext cx="2663180" cy="3406601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72C6246F-9A28-4AB2-91BC-F877008461E2}"/>
                </a:ext>
              </a:extLst>
            </p:cNvPr>
            <p:cNvCxnSpPr>
              <a:cxnSpLocks/>
              <a:endCxn id="110" idx="1"/>
            </p:cNvCxnSpPr>
            <p:nvPr/>
          </p:nvCxnSpPr>
          <p:spPr>
            <a:xfrm flipV="1">
              <a:off x="8653463" y="2599186"/>
              <a:ext cx="36285" cy="3885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E28D61A1-9420-405B-A2B8-D07BB677F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9758" y="2584304"/>
              <a:ext cx="345313" cy="278959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FBD715DE-B05E-43EF-8AED-688EBB3F1A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4938" y="2863910"/>
              <a:ext cx="281184" cy="258418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4562588F-2ABA-4650-A4AA-87EF3ED3AC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13651" y="2755179"/>
              <a:ext cx="524216" cy="471038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930DF3D9-DDF4-4BC3-AF7A-555BB7C2E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1170" y="2308090"/>
              <a:ext cx="405949" cy="326706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FE26E0AF-AA0D-4CAD-81CE-1A746609AB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6625" y="2658810"/>
              <a:ext cx="395205" cy="323846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D703DEF0-5273-437D-B8EE-4C98A8F585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7183" y="2241141"/>
              <a:ext cx="542654" cy="291826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7B77B5E8-FA43-4A76-87B4-F07387290E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3109" y="1966417"/>
              <a:ext cx="372191" cy="30007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58" name="Title 1">
            <a:extLst>
              <a:ext uri="{FF2B5EF4-FFF2-40B4-BE49-F238E27FC236}">
                <a16:creationId xmlns:a16="http://schemas.microsoft.com/office/drawing/2014/main" id="{9BD9A6C1-462C-4FFB-BCCF-01C99C45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0277" y="5401309"/>
            <a:ext cx="3224591" cy="166869"/>
          </a:xfrm>
        </p:spPr>
        <p:txBody>
          <a:bodyPr>
            <a:no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High Gamma</a:t>
            </a:r>
          </a:p>
        </p:txBody>
      </p:sp>
      <p:sp>
        <p:nvSpPr>
          <p:cNvPr id="161" name="Title 1">
            <a:extLst>
              <a:ext uri="{FF2B5EF4-FFF2-40B4-BE49-F238E27FC236}">
                <a16:creationId xmlns:a16="http://schemas.microsoft.com/office/drawing/2014/main" id="{C86AA930-6E26-4010-93D7-D2654B37F37F}"/>
              </a:ext>
            </a:extLst>
          </p:cNvPr>
          <p:cNvSpPr txBox="1">
            <a:spLocks/>
          </p:cNvSpPr>
          <p:nvPr/>
        </p:nvSpPr>
        <p:spPr>
          <a:xfrm>
            <a:off x="7976060" y="5395108"/>
            <a:ext cx="3224591" cy="1668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Bahnschrift" panose="020B0502040204020203" pitchFamily="34" charset="0"/>
              </a:rPr>
              <a:t>Low Gamma</a:t>
            </a:r>
          </a:p>
        </p:txBody>
      </p:sp>
    </p:spTree>
    <p:extLst>
      <p:ext uri="{BB962C8B-B14F-4D97-AF65-F5344CB8AC3E}">
        <p14:creationId xmlns:p14="http://schemas.microsoft.com/office/powerpoint/2010/main" val="425420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  <p:bldP spid="16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1">
            <a:extLst>
              <a:ext uri="{FF2B5EF4-FFF2-40B4-BE49-F238E27FC236}">
                <a16:creationId xmlns:a16="http://schemas.microsoft.com/office/drawing/2014/main" id="{9BD9A6C1-462C-4FFB-BCCF-01C99C45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6" y="5401309"/>
            <a:ext cx="3678418" cy="27512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High Regularization (C)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D65380-F671-407E-977B-379DA76FF30E}"/>
              </a:ext>
            </a:extLst>
          </p:cNvPr>
          <p:cNvGrpSpPr/>
          <p:nvPr/>
        </p:nvGrpSpPr>
        <p:grpSpPr>
          <a:xfrm>
            <a:off x="927604" y="1289822"/>
            <a:ext cx="4659274" cy="3796920"/>
            <a:chOff x="943479" y="1289822"/>
            <a:chExt cx="4659274" cy="3796920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B8BF5DD-DA6E-4B5C-BDB6-95CC715AC0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0161" y="1289822"/>
              <a:ext cx="0" cy="37969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0CAAC21-2C89-46F5-ADEE-632FFCAAE136}"/>
                </a:ext>
              </a:extLst>
            </p:cNvPr>
            <p:cNvCxnSpPr>
              <a:cxnSpLocks/>
            </p:cNvCxnSpPr>
            <p:nvPr/>
          </p:nvCxnSpPr>
          <p:spPr>
            <a:xfrm>
              <a:off x="943479" y="4559956"/>
              <a:ext cx="46592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88CB19-CAE1-44B1-9B01-8D9F77A7B7D0}"/>
                </a:ext>
              </a:extLst>
            </p:cNvPr>
            <p:cNvSpPr/>
            <p:nvPr/>
          </p:nvSpPr>
          <p:spPr>
            <a:xfrm>
              <a:off x="2572058" y="4287145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85DD1EE-448C-4946-9FCF-BB7CC4C20514}"/>
                </a:ext>
              </a:extLst>
            </p:cNvPr>
            <p:cNvSpPr/>
            <p:nvPr/>
          </p:nvSpPr>
          <p:spPr>
            <a:xfrm>
              <a:off x="2347607" y="3075403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654E7A5-41C8-4D0D-B48A-95B09A9F6E22}"/>
                </a:ext>
              </a:extLst>
            </p:cNvPr>
            <p:cNvSpPr/>
            <p:nvPr/>
          </p:nvSpPr>
          <p:spPr>
            <a:xfrm>
              <a:off x="2486212" y="2849589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11BB304-61DD-424B-8B8F-6A465B9078F8}"/>
                </a:ext>
              </a:extLst>
            </p:cNvPr>
            <p:cNvSpPr/>
            <p:nvPr/>
          </p:nvSpPr>
          <p:spPr>
            <a:xfrm>
              <a:off x="2942026" y="3565621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553948E-797F-4285-AEDD-BC2750F4B38A}"/>
                </a:ext>
              </a:extLst>
            </p:cNvPr>
            <p:cNvSpPr/>
            <p:nvPr/>
          </p:nvSpPr>
          <p:spPr>
            <a:xfrm>
              <a:off x="2797964" y="3394690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8C28F17-CCC3-4184-AEF3-14B31BB7342C}"/>
                </a:ext>
              </a:extLst>
            </p:cNvPr>
            <p:cNvSpPr/>
            <p:nvPr/>
          </p:nvSpPr>
          <p:spPr>
            <a:xfrm>
              <a:off x="3278937" y="3068270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54AD043-5B97-490D-A2D1-F74A50EDFB3D}"/>
                </a:ext>
              </a:extLst>
            </p:cNvPr>
            <p:cNvSpPr/>
            <p:nvPr/>
          </p:nvSpPr>
          <p:spPr>
            <a:xfrm>
              <a:off x="2849577" y="3003915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F041DB9-AD55-46B6-8EF5-411ADC154604}"/>
                </a:ext>
              </a:extLst>
            </p:cNvPr>
            <p:cNvSpPr/>
            <p:nvPr/>
          </p:nvSpPr>
          <p:spPr>
            <a:xfrm>
              <a:off x="3201176" y="3753523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C351CA3-4977-4F8B-BA65-CEE4E569B8A2}"/>
                </a:ext>
              </a:extLst>
            </p:cNvPr>
            <p:cNvSpPr/>
            <p:nvPr/>
          </p:nvSpPr>
          <p:spPr>
            <a:xfrm>
              <a:off x="2991013" y="3206789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Diamond 48">
              <a:extLst>
                <a:ext uri="{FF2B5EF4-FFF2-40B4-BE49-F238E27FC236}">
                  <a16:creationId xmlns:a16="http://schemas.microsoft.com/office/drawing/2014/main" id="{24730E0D-F5EF-4F19-9534-6275C509C5E4}"/>
                </a:ext>
              </a:extLst>
            </p:cNvPr>
            <p:cNvSpPr/>
            <p:nvPr/>
          </p:nvSpPr>
          <p:spPr>
            <a:xfrm>
              <a:off x="3201176" y="2781758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Diamond 58">
              <a:extLst>
                <a:ext uri="{FF2B5EF4-FFF2-40B4-BE49-F238E27FC236}">
                  <a16:creationId xmlns:a16="http://schemas.microsoft.com/office/drawing/2014/main" id="{63C2A27F-84FD-4041-9AA1-71B8EE4AAE73}"/>
                </a:ext>
              </a:extLst>
            </p:cNvPr>
            <p:cNvSpPr/>
            <p:nvPr/>
          </p:nvSpPr>
          <p:spPr>
            <a:xfrm>
              <a:off x="4148897" y="3146300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Diamond 59">
              <a:extLst>
                <a:ext uri="{FF2B5EF4-FFF2-40B4-BE49-F238E27FC236}">
                  <a16:creationId xmlns:a16="http://schemas.microsoft.com/office/drawing/2014/main" id="{A27EF007-2601-4062-8CE2-B22B29936B0C}"/>
                </a:ext>
              </a:extLst>
            </p:cNvPr>
            <p:cNvSpPr/>
            <p:nvPr/>
          </p:nvSpPr>
          <p:spPr>
            <a:xfrm>
              <a:off x="2926287" y="2529570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Diamond 60">
              <a:extLst>
                <a:ext uri="{FF2B5EF4-FFF2-40B4-BE49-F238E27FC236}">
                  <a16:creationId xmlns:a16="http://schemas.microsoft.com/office/drawing/2014/main" id="{FAEDC0D1-AC13-44E4-8B92-2D189E26A6C1}"/>
                </a:ext>
              </a:extLst>
            </p:cNvPr>
            <p:cNvSpPr/>
            <p:nvPr/>
          </p:nvSpPr>
          <p:spPr>
            <a:xfrm>
              <a:off x="3883000" y="2823356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Diamond 61">
              <a:extLst>
                <a:ext uri="{FF2B5EF4-FFF2-40B4-BE49-F238E27FC236}">
                  <a16:creationId xmlns:a16="http://schemas.microsoft.com/office/drawing/2014/main" id="{AB3A457D-9291-4D8D-8141-F2E0AC35B1C4}"/>
                </a:ext>
              </a:extLst>
            </p:cNvPr>
            <p:cNvSpPr/>
            <p:nvPr/>
          </p:nvSpPr>
          <p:spPr>
            <a:xfrm>
              <a:off x="3644356" y="3092991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Diamond 62">
              <a:extLst>
                <a:ext uri="{FF2B5EF4-FFF2-40B4-BE49-F238E27FC236}">
                  <a16:creationId xmlns:a16="http://schemas.microsoft.com/office/drawing/2014/main" id="{663ED0F7-C656-4F82-8E1E-4AFF30706246}"/>
                </a:ext>
              </a:extLst>
            </p:cNvPr>
            <p:cNvSpPr/>
            <p:nvPr/>
          </p:nvSpPr>
          <p:spPr>
            <a:xfrm>
              <a:off x="4226841" y="2280422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Diamond 64">
              <a:extLst>
                <a:ext uri="{FF2B5EF4-FFF2-40B4-BE49-F238E27FC236}">
                  <a16:creationId xmlns:a16="http://schemas.microsoft.com/office/drawing/2014/main" id="{81953639-F09D-4F73-B207-25B3DCE9A0B2}"/>
                </a:ext>
              </a:extLst>
            </p:cNvPr>
            <p:cNvSpPr/>
            <p:nvPr/>
          </p:nvSpPr>
          <p:spPr>
            <a:xfrm>
              <a:off x="4033062" y="3320536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Diamond 65">
              <a:extLst>
                <a:ext uri="{FF2B5EF4-FFF2-40B4-BE49-F238E27FC236}">
                  <a16:creationId xmlns:a16="http://schemas.microsoft.com/office/drawing/2014/main" id="{ED4BDA2B-3110-4B13-B8B8-4C28047558DE}"/>
                </a:ext>
              </a:extLst>
            </p:cNvPr>
            <p:cNvSpPr/>
            <p:nvPr/>
          </p:nvSpPr>
          <p:spPr>
            <a:xfrm>
              <a:off x="3849636" y="3866546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Connector: Curved 67">
              <a:extLst>
                <a:ext uri="{FF2B5EF4-FFF2-40B4-BE49-F238E27FC236}">
                  <a16:creationId xmlns:a16="http://schemas.microsoft.com/office/drawing/2014/main" id="{06E913C9-EBA5-4FB9-BFC8-B9F4B5A972D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942881" y="2439718"/>
              <a:ext cx="2672523" cy="1163929"/>
            </a:xfrm>
            <a:prstGeom prst="curvedConnector3">
              <a:avLst>
                <a:gd name="adj1" fmla="val 48397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4299FF3-DB9B-429B-B241-62FC52BABE0F}"/>
                </a:ext>
              </a:extLst>
            </p:cNvPr>
            <p:cNvSpPr/>
            <p:nvPr/>
          </p:nvSpPr>
          <p:spPr>
            <a:xfrm>
              <a:off x="3569627" y="3549819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Diamond 75">
              <a:extLst>
                <a:ext uri="{FF2B5EF4-FFF2-40B4-BE49-F238E27FC236}">
                  <a16:creationId xmlns:a16="http://schemas.microsoft.com/office/drawing/2014/main" id="{7A3B59B3-C6A0-4FC0-B56E-5F9B8CC6311F}"/>
                </a:ext>
              </a:extLst>
            </p:cNvPr>
            <p:cNvSpPr/>
            <p:nvPr/>
          </p:nvSpPr>
          <p:spPr>
            <a:xfrm>
              <a:off x="3749404" y="3440222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151FCA9-B7B7-4356-9C33-FAA3280F7BDC}"/>
              </a:ext>
            </a:extLst>
          </p:cNvPr>
          <p:cNvGrpSpPr/>
          <p:nvPr/>
        </p:nvGrpSpPr>
        <p:grpSpPr>
          <a:xfrm>
            <a:off x="6415253" y="1322344"/>
            <a:ext cx="4659274" cy="3796920"/>
            <a:chOff x="6449803" y="1308329"/>
            <a:chExt cx="4659274" cy="3796920"/>
          </a:xfrm>
        </p:grpSpPr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EEDD3FBC-8F90-45C4-82A5-A7BBFE79A1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86485" y="1308329"/>
              <a:ext cx="0" cy="37969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D2555094-F8A6-4A6D-8F4A-9206FFF7DBDF}"/>
                </a:ext>
              </a:extLst>
            </p:cNvPr>
            <p:cNvCxnSpPr>
              <a:cxnSpLocks/>
            </p:cNvCxnSpPr>
            <p:nvPr/>
          </p:nvCxnSpPr>
          <p:spPr>
            <a:xfrm>
              <a:off x="6449803" y="4578463"/>
              <a:ext cx="46592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F75432D-F337-4C24-9D12-3AD944684A54}"/>
                </a:ext>
              </a:extLst>
            </p:cNvPr>
            <p:cNvSpPr/>
            <p:nvPr/>
          </p:nvSpPr>
          <p:spPr>
            <a:xfrm>
              <a:off x="8078382" y="4305652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36A2B67-6B04-4EE3-BAD2-71B9EACD5F8C}"/>
                </a:ext>
              </a:extLst>
            </p:cNvPr>
            <p:cNvSpPr/>
            <p:nvPr/>
          </p:nvSpPr>
          <p:spPr>
            <a:xfrm>
              <a:off x="7853931" y="3093910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9BEE658-5220-4B51-8918-48EE4B9C1233}"/>
                </a:ext>
              </a:extLst>
            </p:cNvPr>
            <p:cNvSpPr/>
            <p:nvPr/>
          </p:nvSpPr>
          <p:spPr>
            <a:xfrm>
              <a:off x="7992536" y="2868096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A43DBA3-E08C-4CA7-897B-4F27998685BC}"/>
                </a:ext>
              </a:extLst>
            </p:cNvPr>
            <p:cNvSpPr/>
            <p:nvPr/>
          </p:nvSpPr>
          <p:spPr>
            <a:xfrm>
              <a:off x="8448350" y="3584128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9C9986E-E5AC-4324-B9C1-25E0AAA5A058}"/>
                </a:ext>
              </a:extLst>
            </p:cNvPr>
            <p:cNvSpPr/>
            <p:nvPr/>
          </p:nvSpPr>
          <p:spPr>
            <a:xfrm>
              <a:off x="8304288" y="3413197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EC1F377-AE28-4C69-84EC-577FA4C6D20C}"/>
                </a:ext>
              </a:extLst>
            </p:cNvPr>
            <p:cNvSpPr/>
            <p:nvPr/>
          </p:nvSpPr>
          <p:spPr>
            <a:xfrm>
              <a:off x="8785261" y="3086777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640DCEB8-D47D-442E-A38D-5B5EA618F7F5}"/>
                </a:ext>
              </a:extLst>
            </p:cNvPr>
            <p:cNvSpPr/>
            <p:nvPr/>
          </p:nvSpPr>
          <p:spPr>
            <a:xfrm>
              <a:off x="8355901" y="3022422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CA83E59-BBCA-440A-AC9C-0A6DDFAE7480}"/>
                </a:ext>
              </a:extLst>
            </p:cNvPr>
            <p:cNvSpPr/>
            <p:nvPr/>
          </p:nvSpPr>
          <p:spPr>
            <a:xfrm>
              <a:off x="8707500" y="3772030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507487F-E260-4A36-9D14-2CDD1507D4D7}"/>
                </a:ext>
              </a:extLst>
            </p:cNvPr>
            <p:cNvSpPr/>
            <p:nvPr/>
          </p:nvSpPr>
          <p:spPr>
            <a:xfrm>
              <a:off x="8497337" y="3225296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Diamond 95">
              <a:extLst>
                <a:ext uri="{FF2B5EF4-FFF2-40B4-BE49-F238E27FC236}">
                  <a16:creationId xmlns:a16="http://schemas.microsoft.com/office/drawing/2014/main" id="{752D00AE-23CC-4D7D-9DC0-2EC398E0E0FE}"/>
                </a:ext>
              </a:extLst>
            </p:cNvPr>
            <p:cNvSpPr/>
            <p:nvPr/>
          </p:nvSpPr>
          <p:spPr>
            <a:xfrm>
              <a:off x="8707500" y="2800265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Diamond 117">
              <a:extLst>
                <a:ext uri="{FF2B5EF4-FFF2-40B4-BE49-F238E27FC236}">
                  <a16:creationId xmlns:a16="http://schemas.microsoft.com/office/drawing/2014/main" id="{0AA03C54-EF76-4105-93BC-80D8BC23B244}"/>
                </a:ext>
              </a:extLst>
            </p:cNvPr>
            <p:cNvSpPr/>
            <p:nvPr/>
          </p:nvSpPr>
          <p:spPr>
            <a:xfrm>
              <a:off x="9655221" y="3164807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Diamond 124">
              <a:extLst>
                <a:ext uri="{FF2B5EF4-FFF2-40B4-BE49-F238E27FC236}">
                  <a16:creationId xmlns:a16="http://schemas.microsoft.com/office/drawing/2014/main" id="{62C96C65-9949-4324-B6B8-9367BE267820}"/>
                </a:ext>
              </a:extLst>
            </p:cNvPr>
            <p:cNvSpPr/>
            <p:nvPr/>
          </p:nvSpPr>
          <p:spPr>
            <a:xfrm>
              <a:off x="8432611" y="2548077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Diamond 126">
              <a:extLst>
                <a:ext uri="{FF2B5EF4-FFF2-40B4-BE49-F238E27FC236}">
                  <a16:creationId xmlns:a16="http://schemas.microsoft.com/office/drawing/2014/main" id="{DF74AEE7-C6B1-4E27-B078-C9713EDA8C35}"/>
                </a:ext>
              </a:extLst>
            </p:cNvPr>
            <p:cNvSpPr/>
            <p:nvPr/>
          </p:nvSpPr>
          <p:spPr>
            <a:xfrm>
              <a:off x="9389324" y="2841863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Diamond 128">
              <a:extLst>
                <a:ext uri="{FF2B5EF4-FFF2-40B4-BE49-F238E27FC236}">
                  <a16:creationId xmlns:a16="http://schemas.microsoft.com/office/drawing/2014/main" id="{45ABDB3A-461D-4581-918B-C9A2FBB9353D}"/>
                </a:ext>
              </a:extLst>
            </p:cNvPr>
            <p:cNvSpPr/>
            <p:nvPr/>
          </p:nvSpPr>
          <p:spPr>
            <a:xfrm>
              <a:off x="9150680" y="3111498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Diamond 129">
              <a:extLst>
                <a:ext uri="{FF2B5EF4-FFF2-40B4-BE49-F238E27FC236}">
                  <a16:creationId xmlns:a16="http://schemas.microsoft.com/office/drawing/2014/main" id="{F8878332-CAC1-42F8-AF33-F8C193C14F36}"/>
                </a:ext>
              </a:extLst>
            </p:cNvPr>
            <p:cNvSpPr/>
            <p:nvPr/>
          </p:nvSpPr>
          <p:spPr>
            <a:xfrm>
              <a:off x="9733165" y="2298929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Diamond 130">
              <a:extLst>
                <a:ext uri="{FF2B5EF4-FFF2-40B4-BE49-F238E27FC236}">
                  <a16:creationId xmlns:a16="http://schemas.microsoft.com/office/drawing/2014/main" id="{DBF5E446-6FE5-450A-8185-FF58C42100BF}"/>
                </a:ext>
              </a:extLst>
            </p:cNvPr>
            <p:cNvSpPr/>
            <p:nvPr/>
          </p:nvSpPr>
          <p:spPr>
            <a:xfrm>
              <a:off x="9539386" y="3339043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Diamond 131">
              <a:extLst>
                <a:ext uri="{FF2B5EF4-FFF2-40B4-BE49-F238E27FC236}">
                  <a16:creationId xmlns:a16="http://schemas.microsoft.com/office/drawing/2014/main" id="{696F15EA-F15A-49E2-A5F6-FDDD462329B5}"/>
                </a:ext>
              </a:extLst>
            </p:cNvPr>
            <p:cNvSpPr/>
            <p:nvPr/>
          </p:nvSpPr>
          <p:spPr>
            <a:xfrm>
              <a:off x="9355960" y="3885053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3C1B6B3-2E16-43FB-9BE7-07C639626A93}"/>
                </a:ext>
              </a:extLst>
            </p:cNvPr>
            <p:cNvSpPr/>
            <p:nvPr/>
          </p:nvSpPr>
          <p:spPr>
            <a:xfrm>
              <a:off x="9075951" y="3568326"/>
              <a:ext cx="103226" cy="9399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Diamond 134">
              <a:extLst>
                <a:ext uri="{FF2B5EF4-FFF2-40B4-BE49-F238E27FC236}">
                  <a16:creationId xmlns:a16="http://schemas.microsoft.com/office/drawing/2014/main" id="{E8FA055B-CE5A-4132-B621-A1A4207578A2}"/>
                </a:ext>
              </a:extLst>
            </p:cNvPr>
            <p:cNvSpPr/>
            <p:nvPr/>
          </p:nvSpPr>
          <p:spPr>
            <a:xfrm>
              <a:off x="9255728" y="3458729"/>
              <a:ext cx="135718" cy="1464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B7BCCD7-5677-40BF-92E7-80CDDE066313}"/>
                </a:ext>
              </a:extLst>
            </p:cNvPr>
            <p:cNvCxnSpPr/>
            <p:nvPr/>
          </p:nvCxnSpPr>
          <p:spPr>
            <a:xfrm>
              <a:off x="7524750" y="1441450"/>
              <a:ext cx="2813050" cy="339725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6" name="Title 1">
            <a:extLst>
              <a:ext uri="{FF2B5EF4-FFF2-40B4-BE49-F238E27FC236}">
                <a16:creationId xmlns:a16="http://schemas.microsoft.com/office/drawing/2014/main" id="{9B21167C-10A8-4A9A-BAD6-903484104488}"/>
              </a:ext>
            </a:extLst>
          </p:cNvPr>
          <p:cNvSpPr txBox="1">
            <a:spLocks/>
          </p:cNvSpPr>
          <p:nvPr/>
        </p:nvSpPr>
        <p:spPr>
          <a:xfrm>
            <a:off x="7381969" y="5414001"/>
            <a:ext cx="3678418" cy="2751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Bahnschrift" panose="020B0502040204020203" pitchFamily="34" charset="0"/>
              </a:rPr>
              <a:t>Low Regularization (C)</a:t>
            </a:r>
          </a:p>
        </p:txBody>
      </p:sp>
    </p:spTree>
    <p:extLst>
      <p:ext uri="{BB962C8B-B14F-4D97-AF65-F5344CB8AC3E}">
        <p14:creationId xmlns:p14="http://schemas.microsoft.com/office/powerpoint/2010/main" val="33853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  <p:bldP spid="1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A3D166-A57D-4D19-B372-402B4F7E9F90}"/>
              </a:ext>
            </a:extLst>
          </p:cNvPr>
          <p:cNvCxnSpPr>
            <a:cxnSpLocks/>
          </p:cNvCxnSpPr>
          <p:nvPr/>
        </p:nvCxnSpPr>
        <p:spPr>
          <a:xfrm flipV="1">
            <a:off x="5876173" y="454530"/>
            <a:ext cx="0" cy="5738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5465FB-E429-4028-A2DB-62EDF1A9D021}"/>
              </a:ext>
            </a:extLst>
          </p:cNvPr>
          <p:cNvCxnSpPr>
            <a:cxnSpLocks/>
          </p:cNvCxnSpPr>
          <p:nvPr/>
        </p:nvCxnSpPr>
        <p:spPr>
          <a:xfrm flipV="1">
            <a:off x="1233002" y="3382979"/>
            <a:ext cx="955454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Diamond 5">
            <a:extLst>
              <a:ext uri="{FF2B5EF4-FFF2-40B4-BE49-F238E27FC236}">
                <a16:creationId xmlns:a16="http://schemas.microsoft.com/office/drawing/2014/main" id="{AF16FEB7-2ED4-4416-9E52-563344A830A1}"/>
              </a:ext>
            </a:extLst>
          </p:cNvPr>
          <p:cNvSpPr/>
          <p:nvPr/>
        </p:nvSpPr>
        <p:spPr>
          <a:xfrm>
            <a:off x="4792618" y="1754919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D776569C-50F0-472F-9D49-E81F3A9E4A29}"/>
              </a:ext>
            </a:extLst>
          </p:cNvPr>
          <p:cNvSpPr/>
          <p:nvPr/>
        </p:nvSpPr>
        <p:spPr>
          <a:xfrm>
            <a:off x="5972978" y="2682642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F1BE4718-B1C9-4BCB-B31B-A26379AA00DC}"/>
              </a:ext>
            </a:extLst>
          </p:cNvPr>
          <p:cNvSpPr/>
          <p:nvPr/>
        </p:nvSpPr>
        <p:spPr>
          <a:xfrm>
            <a:off x="4176377" y="3526044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22EDB841-1DDC-4E37-8760-A17F350EC305}"/>
              </a:ext>
            </a:extLst>
          </p:cNvPr>
          <p:cNvSpPr/>
          <p:nvPr/>
        </p:nvSpPr>
        <p:spPr>
          <a:xfrm>
            <a:off x="6326533" y="4522094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7598BF32-77F4-43FE-BAA6-43DDA0E789AA}"/>
              </a:ext>
            </a:extLst>
          </p:cNvPr>
          <p:cNvSpPr/>
          <p:nvPr/>
        </p:nvSpPr>
        <p:spPr>
          <a:xfrm>
            <a:off x="6233589" y="194300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49AE3C95-BC58-4DB6-977C-6D7C96153F37}"/>
              </a:ext>
            </a:extLst>
          </p:cNvPr>
          <p:cNvSpPr/>
          <p:nvPr/>
        </p:nvSpPr>
        <p:spPr>
          <a:xfrm>
            <a:off x="7262449" y="2662993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id="{3AD5E5B7-5897-4CAB-854E-119CDA034B71}"/>
              </a:ext>
            </a:extLst>
          </p:cNvPr>
          <p:cNvSpPr/>
          <p:nvPr/>
        </p:nvSpPr>
        <p:spPr>
          <a:xfrm>
            <a:off x="7197391" y="3102994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A21D68DA-4555-4B5A-ACA2-A83430090066}"/>
              </a:ext>
            </a:extLst>
          </p:cNvPr>
          <p:cNvSpPr/>
          <p:nvPr/>
        </p:nvSpPr>
        <p:spPr>
          <a:xfrm>
            <a:off x="7272036" y="3906101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8A6AF7DE-379E-4AAD-BFB2-600E9E730540}"/>
              </a:ext>
            </a:extLst>
          </p:cNvPr>
          <p:cNvSpPr/>
          <p:nvPr/>
        </p:nvSpPr>
        <p:spPr>
          <a:xfrm>
            <a:off x="7582074" y="357308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75184E-E88A-49FE-891F-68484FC7F76C}"/>
              </a:ext>
            </a:extLst>
          </p:cNvPr>
          <p:cNvSpPr/>
          <p:nvPr/>
        </p:nvSpPr>
        <p:spPr>
          <a:xfrm>
            <a:off x="5140447" y="2927844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E22DA6C-8BEA-4436-8469-2FF78BB834EC}"/>
              </a:ext>
            </a:extLst>
          </p:cNvPr>
          <p:cNvSpPr/>
          <p:nvPr/>
        </p:nvSpPr>
        <p:spPr>
          <a:xfrm>
            <a:off x="5570621" y="3582404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5301B68-C8F4-4EA2-A137-79B3BB2B969D}"/>
              </a:ext>
            </a:extLst>
          </p:cNvPr>
          <p:cNvSpPr/>
          <p:nvPr/>
        </p:nvSpPr>
        <p:spPr>
          <a:xfrm>
            <a:off x="5274937" y="3563898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DBC6A15-3330-45A0-85B0-CD0575329FD1}"/>
              </a:ext>
            </a:extLst>
          </p:cNvPr>
          <p:cNvSpPr/>
          <p:nvPr/>
        </p:nvSpPr>
        <p:spPr>
          <a:xfrm>
            <a:off x="6089883" y="3230385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95AE6C-E1B7-4DD0-B838-AE1E0F23CF30}"/>
              </a:ext>
            </a:extLst>
          </p:cNvPr>
          <p:cNvSpPr/>
          <p:nvPr/>
        </p:nvSpPr>
        <p:spPr>
          <a:xfrm>
            <a:off x="6497172" y="2953519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D517C9-30E6-4015-B394-16EC85EAAD05}"/>
              </a:ext>
            </a:extLst>
          </p:cNvPr>
          <p:cNvSpPr/>
          <p:nvPr/>
        </p:nvSpPr>
        <p:spPr>
          <a:xfrm>
            <a:off x="5656345" y="3994709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144EB7C-C054-484A-8628-AFBD96CCAB9C}"/>
              </a:ext>
            </a:extLst>
          </p:cNvPr>
          <p:cNvSpPr/>
          <p:nvPr/>
        </p:nvSpPr>
        <p:spPr>
          <a:xfrm>
            <a:off x="6315828" y="3688169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30328E3-7D56-4CB7-B7E1-1BD8F5E64397}"/>
              </a:ext>
            </a:extLst>
          </p:cNvPr>
          <p:cNvSpPr/>
          <p:nvPr/>
        </p:nvSpPr>
        <p:spPr>
          <a:xfrm>
            <a:off x="5570621" y="3077790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8A52F9A0-1DE6-4381-B313-0E3BA506FFF9}"/>
              </a:ext>
            </a:extLst>
          </p:cNvPr>
          <p:cNvSpPr/>
          <p:nvPr/>
        </p:nvSpPr>
        <p:spPr>
          <a:xfrm>
            <a:off x="5915802" y="4597762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ABDA33FA-D194-4741-80F7-0C46D3AACEE7}"/>
              </a:ext>
            </a:extLst>
          </p:cNvPr>
          <p:cNvSpPr/>
          <p:nvPr/>
        </p:nvSpPr>
        <p:spPr>
          <a:xfrm>
            <a:off x="4867263" y="4496746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91B9CC02-51AE-459B-973E-B6C6EE87F9E9}"/>
              </a:ext>
            </a:extLst>
          </p:cNvPr>
          <p:cNvSpPr/>
          <p:nvPr/>
        </p:nvSpPr>
        <p:spPr>
          <a:xfrm>
            <a:off x="5409040" y="480013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9FB3E1AC-D200-4B4A-911A-36DA51DAA3AD}"/>
              </a:ext>
            </a:extLst>
          </p:cNvPr>
          <p:cNvSpPr/>
          <p:nvPr/>
        </p:nvSpPr>
        <p:spPr>
          <a:xfrm>
            <a:off x="4784968" y="4118980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AE5FA95A-6682-4A73-A4CA-74DABF016F3B}"/>
              </a:ext>
            </a:extLst>
          </p:cNvPr>
          <p:cNvSpPr/>
          <p:nvPr/>
        </p:nvSpPr>
        <p:spPr>
          <a:xfrm>
            <a:off x="4301461" y="412573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6B0D5955-FA72-43BD-9D31-FA05E53B0165}"/>
              </a:ext>
            </a:extLst>
          </p:cNvPr>
          <p:cNvSpPr/>
          <p:nvPr/>
        </p:nvSpPr>
        <p:spPr>
          <a:xfrm>
            <a:off x="4152171" y="284744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A248778C-5C90-4735-8066-CABD7B06DD7E}"/>
              </a:ext>
            </a:extLst>
          </p:cNvPr>
          <p:cNvSpPr/>
          <p:nvPr/>
        </p:nvSpPr>
        <p:spPr>
          <a:xfrm>
            <a:off x="5473531" y="195610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7D9F7EDC-DD17-40BB-B963-4C7E1A09132D}"/>
              </a:ext>
            </a:extLst>
          </p:cNvPr>
          <p:cNvSpPr/>
          <p:nvPr/>
        </p:nvSpPr>
        <p:spPr>
          <a:xfrm>
            <a:off x="4344512" y="2269213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0F7CE7C-0294-4179-9C91-8AD4A0B7E434}"/>
              </a:ext>
            </a:extLst>
          </p:cNvPr>
          <p:cNvSpPr/>
          <p:nvPr/>
        </p:nvSpPr>
        <p:spPr>
          <a:xfrm>
            <a:off x="5436519" y="2657952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EF415006-F808-4906-A843-98D33E4E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2791" y="3466174"/>
            <a:ext cx="3678418" cy="27512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35253ACB-7492-4F4E-A850-414DC5BD1A31}"/>
              </a:ext>
            </a:extLst>
          </p:cNvPr>
          <p:cNvSpPr txBox="1">
            <a:spLocks/>
          </p:cNvSpPr>
          <p:nvPr/>
        </p:nvSpPr>
        <p:spPr>
          <a:xfrm>
            <a:off x="5961899" y="644664"/>
            <a:ext cx="3678418" cy="2751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Bahnschrift" panose="020B0502040204020203" pitchFamily="34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006283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A3D166-A57D-4D19-B372-402B4F7E9F90}"/>
              </a:ext>
            </a:extLst>
          </p:cNvPr>
          <p:cNvCxnSpPr>
            <a:cxnSpLocks/>
          </p:cNvCxnSpPr>
          <p:nvPr/>
        </p:nvCxnSpPr>
        <p:spPr>
          <a:xfrm flipV="1">
            <a:off x="5876173" y="454530"/>
            <a:ext cx="0" cy="5738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5465FB-E429-4028-A2DB-62EDF1A9D021}"/>
              </a:ext>
            </a:extLst>
          </p:cNvPr>
          <p:cNvCxnSpPr>
            <a:cxnSpLocks/>
          </p:cNvCxnSpPr>
          <p:nvPr/>
        </p:nvCxnSpPr>
        <p:spPr>
          <a:xfrm flipV="1">
            <a:off x="1213173" y="4010579"/>
            <a:ext cx="955454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Diamond 5">
            <a:extLst>
              <a:ext uri="{FF2B5EF4-FFF2-40B4-BE49-F238E27FC236}">
                <a16:creationId xmlns:a16="http://schemas.microsoft.com/office/drawing/2014/main" id="{AF16FEB7-2ED4-4416-9E52-563344A830A1}"/>
              </a:ext>
            </a:extLst>
          </p:cNvPr>
          <p:cNvSpPr/>
          <p:nvPr/>
        </p:nvSpPr>
        <p:spPr>
          <a:xfrm>
            <a:off x="4792618" y="1754919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D776569C-50F0-472F-9D49-E81F3A9E4A29}"/>
              </a:ext>
            </a:extLst>
          </p:cNvPr>
          <p:cNvSpPr/>
          <p:nvPr/>
        </p:nvSpPr>
        <p:spPr>
          <a:xfrm>
            <a:off x="6077172" y="2739994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F1BE4718-B1C9-4BCB-B31B-A26379AA00DC}"/>
              </a:ext>
            </a:extLst>
          </p:cNvPr>
          <p:cNvSpPr/>
          <p:nvPr/>
        </p:nvSpPr>
        <p:spPr>
          <a:xfrm>
            <a:off x="4518538" y="1428262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22EDB841-1DDC-4E37-8760-A17F350EC305}"/>
              </a:ext>
            </a:extLst>
          </p:cNvPr>
          <p:cNvSpPr/>
          <p:nvPr/>
        </p:nvSpPr>
        <p:spPr>
          <a:xfrm>
            <a:off x="7600176" y="1026351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7598BF32-77F4-43FE-BAA6-43DDA0E789AA}"/>
              </a:ext>
            </a:extLst>
          </p:cNvPr>
          <p:cNvSpPr/>
          <p:nvPr/>
        </p:nvSpPr>
        <p:spPr>
          <a:xfrm>
            <a:off x="6233589" y="194300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49AE3C95-BC58-4DB6-977C-6D7C96153F37}"/>
              </a:ext>
            </a:extLst>
          </p:cNvPr>
          <p:cNvSpPr/>
          <p:nvPr/>
        </p:nvSpPr>
        <p:spPr>
          <a:xfrm>
            <a:off x="7098786" y="1691099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id="{3AD5E5B7-5897-4CAB-854E-119CDA034B71}"/>
              </a:ext>
            </a:extLst>
          </p:cNvPr>
          <p:cNvSpPr/>
          <p:nvPr/>
        </p:nvSpPr>
        <p:spPr>
          <a:xfrm>
            <a:off x="6112028" y="1377596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A21D68DA-4555-4B5A-ACA2-A83430090066}"/>
              </a:ext>
            </a:extLst>
          </p:cNvPr>
          <p:cNvSpPr/>
          <p:nvPr/>
        </p:nvSpPr>
        <p:spPr>
          <a:xfrm>
            <a:off x="5680610" y="1513883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8A6AF7DE-379E-4AAD-BFB2-600E9E730540}"/>
              </a:ext>
            </a:extLst>
          </p:cNvPr>
          <p:cNvSpPr/>
          <p:nvPr/>
        </p:nvSpPr>
        <p:spPr>
          <a:xfrm>
            <a:off x="7450886" y="1718565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75184E-E88A-49FE-891F-68484FC7F76C}"/>
              </a:ext>
            </a:extLst>
          </p:cNvPr>
          <p:cNvSpPr/>
          <p:nvPr/>
        </p:nvSpPr>
        <p:spPr>
          <a:xfrm>
            <a:off x="5140447" y="2927844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E22DA6C-8BEA-4436-8469-2FF78BB834EC}"/>
              </a:ext>
            </a:extLst>
          </p:cNvPr>
          <p:cNvSpPr/>
          <p:nvPr/>
        </p:nvSpPr>
        <p:spPr>
          <a:xfrm>
            <a:off x="4914805" y="3366864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5301B68-C8F4-4EA2-A137-79B3BB2B969D}"/>
              </a:ext>
            </a:extLst>
          </p:cNvPr>
          <p:cNvSpPr/>
          <p:nvPr/>
        </p:nvSpPr>
        <p:spPr>
          <a:xfrm>
            <a:off x="5468131" y="3421199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DBC6A15-3330-45A0-85B0-CD0575329FD1}"/>
              </a:ext>
            </a:extLst>
          </p:cNvPr>
          <p:cNvSpPr/>
          <p:nvPr/>
        </p:nvSpPr>
        <p:spPr>
          <a:xfrm>
            <a:off x="6089883" y="3230385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95AE6C-E1B7-4DD0-B838-AE1E0F23CF30}"/>
              </a:ext>
            </a:extLst>
          </p:cNvPr>
          <p:cNvSpPr/>
          <p:nvPr/>
        </p:nvSpPr>
        <p:spPr>
          <a:xfrm>
            <a:off x="6384754" y="3019887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D517C9-30E6-4015-B394-16EC85EAAD05}"/>
              </a:ext>
            </a:extLst>
          </p:cNvPr>
          <p:cNvSpPr/>
          <p:nvPr/>
        </p:nvSpPr>
        <p:spPr>
          <a:xfrm>
            <a:off x="5268735" y="3310947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144EB7C-C054-484A-8628-AFBD96CCAB9C}"/>
              </a:ext>
            </a:extLst>
          </p:cNvPr>
          <p:cNvSpPr/>
          <p:nvPr/>
        </p:nvSpPr>
        <p:spPr>
          <a:xfrm>
            <a:off x="6668742" y="3270886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30328E3-7D56-4CB7-B7E1-1BD8F5E64397}"/>
              </a:ext>
            </a:extLst>
          </p:cNvPr>
          <p:cNvSpPr/>
          <p:nvPr/>
        </p:nvSpPr>
        <p:spPr>
          <a:xfrm>
            <a:off x="5570621" y="3077790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8A52F9A0-1DE6-4381-B313-0E3BA506FFF9}"/>
              </a:ext>
            </a:extLst>
          </p:cNvPr>
          <p:cNvSpPr/>
          <p:nvPr/>
        </p:nvSpPr>
        <p:spPr>
          <a:xfrm>
            <a:off x="6735794" y="1577703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ABDA33FA-D194-4741-80F7-0C46D3AACEE7}"/>
              </a:ext>
            </a:extLst>
          </p:cNvPr>
          <p:cNvSpPr/>
          <p:nvPr/>
        </p:nvSpPr>
        <p:spPr>
          <a:xfrm>
            <a:off x="4440518" y="168764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91B9CC02-51AE-459B-973E-B6C6EE87F9E9}"/>
              </a:ext>
            </a:extLst>
          </p:cNvPr>
          <p:cNvSpPr/>
          <p:nvPr/>
        </p:nvSpPr>
        <p:spPr>
          <a:xfrm>
            <a:off x="6718212" y="1839290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9FB3E1AC-D200-4B4A-911A-36DA51DAA3AD}"/>
              </a:ext>
            </a:extLst>
          </p:cNvPr>
          <p:cNvSpPr/>
          <p:nvPr/>
        </p:nvSpPr>
        <p:spPr>
          <a:xfrm>
            <a:off x="3801289" y="106038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AE5FA95A-6682-4A73-A4CA-74DABF016F3B}"/>
              </a:ext>
            </a:extLst>
          </p:cNvPr>
          <p:cNvSpPr/>
          <p:nvPr/>
        </p:nvSpPr>
        <p:spPr>
          <a:xfrm>
            <a:off x="4939611" y="1616686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6B0D5955-FA72-43BD-9D31-FA05E53B0165}"/>
              </a:ext>
            </a:extLst>
          </p:cNvPr>
          <p:cNvSpPr/>
          <p:nvPr/>
        </p:nvSpPr>
        <p:spPr>
          <a:xfrm>
            <a:off x="3926130" y="1257143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A248778C-5C90-4735-8066-CABD7B06DD7E}"/>
              </a:ext>
            </a:extLst>
          </p:cNvPr>
          <p:cNvSpPr/>
          <p:nvPr/>
        </p:nvSpPr>
        <p:spPr>
          <a:xfrm>
            <a:off x="5473531" y="195610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7D9F7EDC-DD17-40BB-B963-4C7E1A09132D}"/>
              </a:ext>
            </a:extLst>
          </p:cNvPr>
          <p:cNvSpPr/>
          <p:nvPr/>
        </p:nvSpPr>
        <p:spPr>
          <a:xfrm>
            <a:off x="4065062" y="1705294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0F7CE7C-0294-4179-9C91-8AD4A0B7E434}"/>
              </a:ext>
            </a:extLst>
          </p:cNvPr>
          <p:cNvSpPr/>
          <p:nvPr/>
        </p:nvSpPr>
        <p:spPr>
          <a:xfrm>
            <a:off x="5672152" y="2885973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EF415006-F808-4906-A843-98D33E4E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6616" y="4083317"/>
            <a:ext cx="3678418" cy="27512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35253ACB-7492-4F4E-A850-414DC5BD1A31}"/>
              </a:ext>
            </a:extLst>
          </p:cNvPr>
          <p:cNvSpPr txBox="1">
            <a:spLocks/>
          </p:cNvSpPr>
          <p:nvPr/>
        </p:nvSpPr>
        <p:spPr>
          <a:xfrm>
            <a:off x="5961899" y="590664"/>
            <a:ext cx="3678418" cy="2751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7030A0"/>
                </a:solidFill>
                <a:latin typeface="Bahnschrift" panose="020B0502040204020203" pitchFamily="34" charset="0"/>
              </a:rPr>
              <a:t>z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FA1314-87F4-482F-A3B4-7D196E91BA19}"/>
              </a:ext>
            </a:extLst>
          </p:cNvPr>
          <p:cNvCxnSpPr/>
          <p:nvPr/>
        </p:nvCxnSpPr>
        <p:spPr>
          <a:xfrm>
            <a:off x="1966160" y="2447925"/>
            <a:ext cx="782002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itle 1">
            <a:extLst>
              <a:ext uri="{FF2B5EF4-FFF2-40B4-BE49-F238E27FC236}">
                <a16:creationId xmlns:a16="http://schemas.microsoft.com/office/drawing/2014/main" id="{13DF848B-A5E0-4E73-B44B-695347222A3E}"/>
              </a:ext>
            </a:extLst>
          </p:cNvPr>
          <p:cNvSpPr txBox="1">
            <a:spLocks/>
          </p:cNvSpPr>
          <p:nvPr/>
        </p:nvSpPr>
        <p:spPr>
          <a:xfrm>
            <a:off x="8816542" y="1203567"/>
            <a:ext cx="3375458" cy="2751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Bahnschrift" panose="020B0502040204020203" pitchFamily="34" charset="0"/>
              </a:rPr>
              <a:t>This transformation </a:t>
            </a:r>
          </a:p>
          <a:p>
            <a:pPr algn="ctr"/>
            <a:r>
              <a:rPr lang="en-US" sz="2400" dirty="0">
                <a:latin typeface="Bahnschrift" panose="020B0502040204020203" pitchFamily="34" charset="0"/>
              </a:rPr>
              <a:t>is called kernel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itle 1">
                <a:extLst>
                  <a:ext uri="{FF2B5EF4-FFF2-40B4-BE49-F238E27FC236}">
                    <a16:creationId xmlns:a16="http://schemas.microsoft.com/office/drawing/2014/main" id="{9FFBB41E-31AE-4BF1-8BEE-5A2C122F18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48049" y="541795"/>
                <a:ext cx="3678418" cy="27512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7030A0"/>
                            </a:solidFill>
                            <a:latin typeface="Bahnschrift" panose="020B0502040204020203" pitchFamily="34" charset="0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35" name="Title 1">
                <a:extLst>
                  <a:ext uri="{FF2B5EF4-FFF2-40B4-BE49-F238E27FC236}">
                    <a16:creationId xmlns:a16="http://schemas.microsoft.com/office/drawing/2014/main" id="{9FFBB41E-31AE-4BF1-8BEE-5A2C122F1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049" y="541795"/>
                <a:ext cx="3678418" cy="275121"/>
              </a:xfrm>
              <a:prstGeom prst="rect">
                <a:avLst/>
              </a:prstGeom>
              <a:blipFill>
                <a:blip r:embed="rId2"/>
                <a:stretch>
                  <a:fillRect t="-20000" b="-4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345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4A93DC8-F29C-4D1B-8D89-1BD3167FB47A}"/>
              </a:ext>
            </a:extLst>
          </p:cNvPr>
          <p:cNvSpPr/>
          <p:nvPr/>
        </p:nvSpPr>
        <p:spPr>
          <a:xfrm>
            <a:off x="4665240" y="2333875"/>
            <a:ext cx="2257638" cy="196907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A3D166-A57D-4D19-B372-402B4F7E9F90}"/>
              </a:ext>
            </a:extLst>
          </p:cNvPr>
          <p:cNvCxnSpPr>
            <a:cxnSpLocks/>
          </p:cNvCxnSpPr>
          <p:nvPr/>
        </p:nvCxnSpPr>
        <p:spPr>
          <a:xfrm flipV="1">
            <a:off x="5876173" y="454530"/>
            <a:ext cx="0" cy="5738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5465FB-E429-4028-A2DB-62EDF1A9D021}"/>
              </a:ext>
            </a:extLst>
          </p:cNvPr>
          <p:cNvCxnSpPr>
            <a:cxnSpLocks/>
          </p:cNvCxnSpPr>
          <p:nvPr/>
        </p:nvCxnSpPr>
        <p:spPr>
          <a:xfrm flipV="1">
            <a:off x="1233002" y="3382979"/>
            <a:ext cx="955454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Diamond 5">
            <a:extLst>
              <a:ext uri="{FF2B5EF4-FFF2-40B4-BE49-F238E27FC236}">
                <a16:creationId xmlns:a16="http://schemas.microsoft.com/office/drawing/2014/main" id="{AF16FEB7-2ED4-4416-9E52-563344A830A1}"/>
              </a:ext>
            </a:extLst>
          </p:cNvPr>
          <p:cNvSpPr/>
          <p:nvPr/>
        </p:nvSpPr>
        <p:spPr>
          <a:xfrm>
            <a:off x="4792618" y="1754919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D776569C-50F0-472F-9D49-E81F3A9E4A29}"/>
              </a:ext>
            </a:extLst>
          </p:cNvPr>
          <p:cNvSpPr/>
          <p:nvPr/>
        </p:nvSpPr>
        <p:spPr>
          <a:xfrm>
            <a:off x="5972978" y="2682642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F1BE4718-B1C9-4BCB-B31B-A26379AA00DC}"/>
              </a:ext>
            </a:extLst>
          </p:cNvPr>
          <p:cNvSpPr/>
          <p:nvPr/>
        </p:nvSpPr>
        <p:spPr>
          <a:xfrm>
            <a:off x="4176377" y="3526044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22EDB841-1DDC-4E37-8760-A17F350EC305}"/>
              </a:ext>
            </a:extLst>
          </p:cNvPr>
          <p:cNvSpPr/>
          <p:nvPr/>
        </p:nvSpPr>
        <p:spPr>
          <a:xfrm>
            <a:off x="6326533" y="4522094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7598BF32-77F4-43FE-BAA6-43DDA0E789AA}"/>
              </a:ext>
            </a:extLst>
          </p:cNvPr>
          <p:cNvSpPr/>
          <p:nvPr/>
        </p:nvSpPr>
        <p:spPr>
          <a:xfrm>
            <a:off x="6233589" y="194300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49AE3C95-BC58-4DB6-977C-6D7C96153F37}"/>
              </a:ext>
            </a:extLst>
          </p:cNvPr>
          <p:cNvSpPr/>
          <p:nvPr/>
        </p:nvSpPr>
        <p:spPr>
          <a:xfrm>
            <a:off x="7262449" y="2662993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id="{3AD5E5B7-5897-4CAB-854E-119CDA034B71}"/>
              </a:ext>
            </a:extLst>
          </p:cNvPr>
          <p:cNvSpPr/>
          <p:nvPr/>
        </p:nvSpPr>
        <p:spPr>
          <a:xfrm>
            <a:off x="7197391" y="3102994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A21D68DA-4555-4B5A-ACA2-A83430090066}"/>
              </a:ext>
            </a:extLst>
          </p:cNvPr>
          <p:cNvSpPr/>
          <p:nvPr/>
        </p:nvSpPr>
        <p:spPr>
          <a:xfrm>
            <a:off x="7272036" y="3906101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8A6AF7DE-379E-4AAD-BFB2-600E9E730540}"/>
              </a:ext>
            </a:extLst>
          </p:cNvPr>
          <p:cNvSpPr/>
          <p:nvPr/>
        </p:nvSpPr>
        <p:spPr>
          <a:xfrm>
            <a:off x="7582074" y="357308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75184E-E88A-49FE-891F-68484FC7F76C}"/>
              </a:ext>
            </a:extLst>
          </p:cNvPr>
          <p:cNvSpPr/>
          <p:nvPr/>
        </p:nvSpPr>
        <p:spPr>
          <a:xfrm>
            <a:off x="5140447" y="2927844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E22DA6C-8BEA-4436-8469-2FF78BB834EC}"/>
              </a:ext>
            </a:extLst>
          </p:cNvPr>
          <p:cNvSpPr/>
          <p:nvPr/>
        </p:nvSpPr>
        <p:spPr>
          <a:xfrm>
            <a:off x="5570621" y="3582404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5301B68-C8F4-4EA2-A137-79B3BB2B969D}"/>
              </a:ext>
            </a:extLst>
          </p:cNvPr>
          <p:cNvSpPr/>
          <p:nvPr/>
        </p:nvSpPr>
        <p:spPr>
          <a:xfrm>
            <a:off x="5274937" y="3563898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DBC6A15-3330-45A0-85B0-CD0575329FD1}"/>
              </a:ext>
            </a:extLst>
          </p:cNvPr>
          <p:cNvSpPr/>
          <p:nvPr/>
        </p:nvSpPr>
        <p:spPr>
          <a:xfrm>
            <a:off x="6089883" y="3230385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795AE6C-E1B7-4DD0-B838-AE1E0F23CF30}"/>
              </a:ext>
            </a:extLst>
          </p:cNvPr>
          <p:cNvSpPr/>
          <p:nvPr/>
        </p:nvSpPr>
        <p:spPr>
          <a:xfrm>
            <a:off x="6497172" y="2953519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D517C9-30E6-4015-B394-16EC85EAAD05}"/>
              </a:ext>
            </a:extLst>
          </p:cNvPr>
          <p:cNvSpPr/>
          <p:nvPr/>
        </p:nvSpPr>
        <p:spPr>
          <a:xfrm>
            <a:off x="5656345" y="3994709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144EB7C-C054-484A-8628-AFBD96CCAB9C}"/>
              </a:ext>
            </a:extLst>
          </p:cNvPr>
          <p:cNvSpPr/>
          <p:nvPr/>
        </p:nvSpPr>
        <p:spPr>
          <a:xfrm>
            <a:off x="6315828" y="3688169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30328E3-7D56-4CB7-B7E1-1BD8F5E64397}"/>
              </a:ext>
            </a:extLst>
          </p:cNvPr>
          <p:cNvSpPr/>
          <p:nvPr/>
        </p:nvSpPr>
        <p:spPr>
          <a:xfrm>
            <a:off x="5570621" y="3077790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8A52F9A0-1DE6-4381-B313-0E3BA506FFF9}"/>
              </a:ext>
            </a:extLst>
          </p:cNvPr>
          <p:cNvSpPr/>
          <p:nvPr/>
        </p:nvSpPr>
        <p:spPr>
          <a:xfrm>
            <a:off x="5915802" y="4597762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ABDA33FA-D194-4741-80F7-0C46D3AACEE7}"/>
              </a:ext>
            </a:extLst>
          </p:cNvPr>
          <p:cNvSpPr/>
          <p:nvPr/>
        </p:nvSpPr>
        <p:spPr>
          <a:xfrm>
            <a:off x="4867263" y="4496746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91B9CC02-51AE-459B-973E-B6C6EE87F9E9}"/>
              </a:ext>
            </a:extLst>
          </p:cNvPr>
          <p:cNvSpPr/>
          <p:nvPr/>
        </p:nvSpPr>
        <p:spPr>
          <a:xfrm>
            <a:off x="5409040" y="480013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9FB3E1AC-D200-4B4A-911A-36DA51DAA3AD}"/>
              </a:ext>
            </a:extLst>
          </p:cNvPr>
          <p:cNvSpPr/>
          <p:nvPr/>
        </p:nvSpPr>
        <p:spPr>
          <a:xfrm>
            <a:off x="4784968" y="4118980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AE5FA95A-6682-4A73-A4CA-74DABF016F3B}"/>
              </a:ext>
            </a:extLst>
          </p:cNvPr>
          <p:cNvSpPr/>
          <p:nvPr/>
        </p:nvSpPr>
        <p:spPr>
          <a:xfrm>
            <a:off x="4301461" y="4125737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6B0D5955-FA72-43BD-9D31-FA05E53B0165}"/>
              </a:ext>
            </a:extLst>
          </p:cNvPr>
          <p:cNvSpPr/>
          <p:nvPr/>
        </p:nvSpPr>
        <p:spPr>
          <a:xfrm>
            <a:off x="4152171" y="284744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A248778C-5C90-4735-8066-CABD7B06DD7E}"/>
              </a:ext>
            </a:extLst>
          </p:cNvPr>
          <p:cNvSpPr/>
          <p:nvPr/>
        </p:nvSpPr>
        <p:spPr>
          <a:xfrm>
            <a:off x="5473531" y="1956108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7D9F7EDC-DD17-40BB-B963-4C7E1A09132D}"/>
              </a:ext>
            </a:extLst>
          </p:cNvPr>
          <p:cNvSpPr/>
          <p:nvPr/>
        </p:nvSpPr>
        <p:spPr>
          <a:xfrm>
            <a:off x="4344512" y="2269213"/>
            <a:ext cx="149290" cy="17721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0F7CE7C-0294-4179-9C91-8AD4A0B7E434}"/>
              </a:ext>
            </a:extLst>
          </p:cNvPr>
          <p:cNvSpPr/>
          <p:nvPr/>
        </p:nvSpPr>
        <p:spPr>
          <a:xfrm>
            <a:off x="5436519" y="2657952"/>
            <a:ext cx="134103" cy="1242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EF415006-F808-4906-A843-98D33E4E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2791" y="3466174"/>
            <a:ext cx="3678418" cy="27512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35253ACB-7492-4F4E-A850-414DC5BD1A31}"/>
              </a:ext>
            </a:extLst>
          </p:cNvPr>
          <p:cNvSpPr txBox="1">
            <a:spLocks/>
          </p:cNvSpPr>
          <p:nvPr/>
        </p:nvSpPr>
        <p:spPr>
          <a:xfrm>
            <a:off x="5961899" y="644664"/>
            <a:ext cx="3678418" cy="2751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Bahnschrift" panose="020B0502040204020203" pitchFamily="34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503082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6C0266E115364AA9B96DE5BECF7DB6" ma:contentTypeVersion="7" ma:contentTypeDescription="Create a new document." ma:contentTypeScope="" ma:versionID="4119e851e67c0e90c308291d58993d1d">
  <xsd:schema xmlns:xsd="http://www.w3.org/2001/XMLSchema" xmlns:xs="http://www.w3.org/2001/XMLSchema" xmlns:p="http://schemas.microsoft.com/office/2006/metadata/properties" xmlns:ns2="631564f6-0349-4cc5-b00d-7cf3ba42f824" targetNamespace="http://schemas.microsoft.com/office/2006/metadata/properties" ma:root="true" ma:fieldsID="ba1c9389d768911d90c11305e9d8ce38" ns2:_="">
    <xsd:import namespace="631564f6-0349-4cc5-b00d-7cf3ba42f8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564f6-0349-4cc5-b00d-7cf3ba42f8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2DE68F-7647-4CCD-B6DA-18557B9BAFE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DB7A867-443D-4120-9472-C37589E689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EB8AA4-D52E-4580-B6B9-281C605AE2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1564f6-0349-4cc5-b00d-7cf3ba42f8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7624</TotalTime>
  <Words>71</Words>
  <Application>Microsoft Office PowerPoint</Application>
  <PresentationFormat>Widescreen</PresentationFormat>
  <Paragraphs>26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High Gamma</vt:lpstr>
      <vt:lpstr>High Regularization (C)</vt:lpstr>
      <vt:lpstr>x</vt:lpstr>
      <vt:lpstr>x</vt:lpstr>
      <vt:lpstr>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Viral</dc:creator>
  <cp:lastModifiedBy>Viral</cp:lastModifiedBy>
  <cp:revision>69</cp:revision>
  <dcterms:created xsi:type="dcterms:W3CDTF">2018-11-11T13:00:23Z</dcterms:created>
  <dcterms:modified xsi:type="dcterms:W3CDTF">2026-07-10T12:26:05Z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0x010100686C0266E115364AA9B96DE5BECF7DB6</vt:lpwstr>
  </property>
  <property fmtid="{D5CDD505-2E9C-101B-9397-08002B2CF9AE}" pid="3" name="Order">
    <vt:r8>800</vt:r8>
  </property>
</Properties>
</file>