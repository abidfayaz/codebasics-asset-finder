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8" r:id="rId2"/>
    <p:sldId id="257" r:id="rId3"/>
    <p:sldId id="261" r:id="rId4"/>
    <p:sldId id="263" r:id="rId5"/>
    <p:sldId id="260" r:id="rId6"/>
    <p:sldId id="262" r:id="rId7"/>
    <p:sldId id="259" r:id="rId8"/>
    <p:sldId id="25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r Courses" id="{98CB1FBC-4464-4DAF-A640-01FBB26F2D44}">
          <p14:sldIdLst>
            <p14:sldId id="258"/>
            <p14:sldId id="257"/>
            <p14:sldId id="261"/>
            <p14:sldId id="263"/>
            <p14:sldId id="260"/>
            <p14:sldId id="262"/>
            <p14:sldId id="259"/>
          </p14:sldIdLst>
        </p14:section>
        <p14:section name="Untitled Section" id="{6E7B8A94-2AAB-4BB1-934B-64655890FC2D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182F"/>
    <a:srgbClr val="19181A"/>
    <a:srgbClr val="262626"/>
    <a:srgbClr val="1D1C1E"/>
    <a:srgbClr val="131214"/>
    <a:srgbClr val="3B82F6"/>
    <a:srgbClr val="D6EF3F"/>
    <a:srgbClr val="0D65F3"/>
    <a:srgbClr val="33CC33"/>
    <a:srgbClr val="404C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E17359-9DDF-D1A2-2B15-42ADD66EC78D}" v="1" dt="2024-04-12T11:56:16.345"/>
    <p1510:client id="{D87C51AA-B087-4A06-87F5-E0A85873E15E}" v="110" dt="2024-04-12T11:45:15.8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1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B3BCDF-B784-4265-8651-C53FCBAF6228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45095-D1F8-48E9-8396-0D4E19069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16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https://www.cnbc.com/2025/08/18/openai-sam-altman-warns-ai-market-is-in-a-bubble.html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45095-D1F8-48E9-8396-0D4E19069E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045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https://fortune.com/2025/08/18/mit-report-95-percent-generative-ai-pilots-at-companies-failing-cfo/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45095-D1F8-48E9-8396-0D4E19069E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80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https://www.businessinsider.com/anthropic-ceo-ai-90-percent-code-3-to-6-months-2025-3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45095-D1F8-48E9-8396-0D4E19069E8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36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https://www.derekthompson.org/p/this-is-how-the-ai-bubble-will-pop?r=4nnd6x&amp;utm_medium=ios&amp;triedRedirect=true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45095-D1F8-48E9-8396-0D4E19069E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484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BEB09-05A3-034A-B271-A069D84B06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FF230-51AE-FA6F-F303-22CB58695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78991-8B52-111B-277C-D2BC39A70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486AB-EA46-08A1-0642-CD760998E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93D9B-DABA-1B5A-7D77-6373EBAE9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358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8351D-BFC9-2927-643D-1AD0944D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0F91-1D21-AB05-32BF-1391A6F2E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2DA2AC-4153-420B-625A-0FDA5CC8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08C1E-299D-7C27-A245-6845C90B3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C816C-B2A1-7C64-1017-92EC6CEF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373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5CBE-D462-7A7B-2B28-331B97053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47CAB-CAF4-9D4B-E984-68AD8072C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2323-E92A-8DFC-FB3B-76F8647F2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F229E-D1F7-E54C-BDB1-884347E4E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E2975-2D9F-47FA-C46B-52701AC19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782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AD068-C8B1-BC18-5FAB-F454E38E3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E2E0C-A4A0-E522-654A-F6212634A5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7A8E5E-D5BB-9BED-36E3-20C7B71F21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38B536-C43D-7C3B-B0EB-BB8712F04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0EB5C2-B9A5-8936-06EB-C84C89215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669F7-9ED3-3584-F2DA-E31B2AA789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666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16D1B-93C4-945D-313E-7950DA257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43528-E9B3-FCE8-C2A7-4CD88C1E2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654F9-5049-AAD5-B244-00DB11815F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E82221-7439-4A84-AA24-AB9221424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59D3B-47F7-ACC7-D444-706CC655D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D9A234-BB6E-1DE8-AFD8-6CEB04C37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A6D9279-D352-3404-1743-C3010F5B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3DB91F-787B-E81E-E7AB-83FB99E18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754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38D42-CB9D-17BA-93B5-55EBC43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DF1555-995D-5B07-F6B0-3E40E4F58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5E551C-87E2-A682-D4AA-51AF51CAE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BCDE40-3AD8-E10F-447D-7FC6CF7E7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365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9F3C52-5CCC-718A-BDE9-F533B1460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493893-BD13-E920-6D71-EC06A1A4E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9BC39-0F9F-4B50-8518-64FC531E5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432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BACBA-A321-401B-AF16-1726978C7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41110-1A0A-A71F-B8C6-7CA74420B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62BB8-346A-2107-93E8-396A76055E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C8CA44-9BA2-19C9-916D-26A795661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14F881-9CF5-2C10-DE46-C12E9F61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F6898-A4B6-DB27-0A5B-673293C20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961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37918-6C4F-E7C4-26A3-7631B02A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79848E-5DF7-FD34-5CB1-A7C185EB13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E07A05-3225-C693-AE14-DA5F676BDE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8D3ABA-A2EB-0A66-34B6-8D2CCA15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3D4B9-A814-E91F-C0AE-F92106B0F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A8BE72-8D1C-BD33-1530-6FEAF8817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671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D7365-C493-C691-DB33-C77A66E1C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03638B-DEA4-B265-A377-ADA8014A87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DA7FF7-8C8C-4FEE-4AEF-CD3F244C6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6E31-614C-561B-A1FA-7D5DA7AD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FC96D-3C0C-6AA8-654E-D5DAEE172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912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421C4-B89A-3AED-B55D-ECF1F360AC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16E098-5D8D-AE53-C81F-20CB7DCC67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D643C-04EE-CB09-A8C8-143C99A6B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5DB40-F34C-9760-97CD-3DAE49C7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73402-330A-004B-68BD-8B6F191F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2837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18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A0980E-7B34-0A4B-28F3-1D1F1A045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3898E-2938-DFF2-B38A-246103091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F23D1-4543-1D06-E718-4473A9E95D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BC61FD-84A2-4BCE-99A1-0DC978E33C9D}" type="datetimeFigureOut">
              <a:rPr lang="en-IN" smtClean="0"/>
              <a:t>10-07-2026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58CC5-BDBD-DFD5-2CD0-4DF165BBBC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45D57-1E4C-76B7-617A-31D2DACE5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87B9B-4253-4515-8AD5-A231EF6DED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211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8972F6-FDC2-3594-5F04-0CEB4A96E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0417A4-CD16-CCBF-0CC8-AF49AFE159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02" y="426188"/>
            <a:ext cx="11974596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1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9F511DC3-C1F9-6BAC-A962-4B0CF5E59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5519"/>
            <a:ext cx="12192000" cy="4546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93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7EEAD-46B3-FC83-5D85-060996E77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F3406D-D8E9-0AB5-31C5-504E88D86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5950"/>
            <a:ext cx="12192000" cy="632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661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/singularity - Elon says “AGI next year”">
            <a:extLst>
              <a:ext uri="{FF2B5EF4-FFF2-40B4-BE49-F238E27FC236}">
                <a16:creationId xmlns:a16="http://schemas.microsoft.com/office/drawing/2014/main" id="{42C82C7C-C824-E39A-D2A3-2D9AA48A75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629" y="496293"/>
            <a:ext cx="7448145" cy="586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2255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3D512-57AC-AF13-8786-C6C3B27B2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creen Recording 1">
            <a:hlinkClick r:id="" action="ppaction://media"/>
            <a:extLst>
              <a:ext uri="{FF2B5EF4-FFF2-40B4-BE49-F238E27FC236}">
                <a16:creationId xmlns:a16="http://schemas.microsoft.com/office/drawing/2014/main" id="{AAEE9C8D-2F82-3E82-90A4-8975BFB6739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290513"/>
            <a:ext cx="1219200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8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0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BD3A3-1B5D-59CD-99A5-C5D9933E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767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5F26A-1227-1BAE-ACDF-73861DF8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6317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8FB240-973F-BED3-9081-D5E8C2C3031C}"/>
              </a:ext>
            </a:extLst>
          </p:cNvPr>
          <p:cNvSpPr txBox="1"/>
          <p:nvPr/>
        </p:nvSpPr>
        <p:spPr>
          <a:xfrm>
            <a:off x="3109050" y="787758"/>
            <a:ext cx="2064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>
                <a:solidFill>
                  <a:srgbClr val="D6EF3F"/>
                </a:solidFill>
                <a:latin typeface="Saira SemiBold" panose="00000700000000000000" pitchFamily="2" charset="0"/>
                <a:cs typeface="Kanit" pitchFamily="2" charset="-34"/>
              </a:rPr>
              <a:t>Title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69C034-211A-368D-BD05-C61D3EDCD435}"/>
              </a:ext>
            </a:extLst>
          </p:cNvPr>
          <p:cNvSpPr txBox="1"/>
          <p:nvPr/>
        </p:nvSpPr>
        <p:spPr>
          <a:xfrm>
            <a:off x="8244705" y="972423"/>
            <a:ext cx="18101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>
                <a:solidFill>
                  <a:schemeClr val="bg1"/>
                </a:solidFill>
                <a:latin typeface="Kanit" pitchFamily="2" charset="-34"/>
                <a:cs typeface="Kanit" pitchFamily="2" charset="-34"/>
              </a:rPr>
              <a:t>Body 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C0BE4-4F0A-1CAE-9128-519C3E51287E}"/>
              </a:ext>
            </a:extLst>
          </p:cNvPr>
          <p:cNvSpPr txBox="1"/>
          <p:nvPr/>
        </p:nvSpPr>
        <p:spPr>
          <a:xfrm>
            <a:off x="5476642" y="904175"/>
            <a:ext cx="18101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>
                <a:solidFill>
                  <a:srgbClr val="33CC33"/>
                </a:solidFill>
                <a:latin typeface="Saira SemiBold" panose="00000700000000000000" pitchFamily="2" charset="0"/>
                <a:cs typeface="Kanit" pitchFamily="2" charset="-34"/>
              </a:rPr>
              <a:t>Title 2</a:t>
            </a:r>
          </a:p>
        </p:txBody>
      </p: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FA806AD3-15DA-2B28-EBD2-39B02BBB3C8C}"/>
              </a:ext>
            </a:extLst>
          </p:cNvPr>
          <p:cNvSpPr/>
          <p:nvPr/>
        </p:nvSpPr>
        <p:spPr>
          <a:xfrm>
            <a:off x="3925388" y="4476122"/>
            <a:ext cx="2003732" cy="703690"/>
          </a:xfrm>
          <a:prstGeom prst="snip2DiagRect">
            <a:avLst>
              <a:gd name="adj1" fmla="val 0"/>
              <a:gd name="adj2" fmla="val 15123"/>
            </a:avLst>
          </a:prstGeom>
          <a:solidFill>
            <a:schemeClr val="tx1">
              <a:lumMod val="95000"/>
              <a:lumOff val="5000"/>
            </a:schemeClr>
          </a:solidFill>
          <a:ln w="2857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C8E6491-308B-35D7-3D66-4DD758F8A91D}"/>
              </a:ext>
            </a:extLst>
          </p:cNvPr>
          <p:cNvSpPr/>
          <p:nvPr/>
        </p:nvSpPr>
        <p:spPr>
          <a:xfrm>
            <a:off x="6622652" y="4476122"/>
            <a:ext cx="2003732" cy="703690"/>
          </a:xfrm>
          <a:prstGeom prst="roundRect">
            <a:avLst>
              <a:gd name="adj" fmla="val 19289"/>
            </a:avLst>
          </a:prstGeom>
          <a:solidFill>
            <a:srgbClr val="D6EF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D6EF3F"/>
                </a:solidFill>
              </a:ln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BEA319-5D33-0537-E4D7-B276DDB5F55D}"/>
              </a:ext>
            </a:extLst>
          </p:cNvPr>
          <p:cNvSpPr/>
          <p:nvPr/>
        </p:nvSpPr>
        <p:spPr>
          <a:xfrm>
            <a:off x="9319916" y="4476122"/>
            <a:ext cx="1917637" cy="703690"/>
          </a:xfrm>
          <a:prstGeom prst="roundRect">
            <a:avLst>
              <a:gd name="adj" fmla="val 20602"/>
            </a:avLst>
          </a:prstGeom>
          <a:solidFill>
            <a:srgbClr val="18182F"/>
          </a:solidFill>
          <a:ln w="15875">
            <a:solidFill>
              <a:srgbClr val="3B82F6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D6EF3F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DA4625-92A5-E6C1-161E-8CCB9FC37291}"/>
              </a:ext>
            </a:extLst>
          </p:cNvPr>
          <p:cNvSpPr txBox="1"/>
          <p:nvPr/>
        </p:nvSpPr>
        <p:spPr>
          <a:xfrm>
            <a:off x="870639" y="990121"/>
            <a:ext cx="115768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>
                <a:solidFill>
                  <a:schemeClr val="bg1"/>
                </a:solidFill>
                <a:latin typeface="Kanit" pitchFamily="2" charset="-34"/>
                <a:cs typeface="Kanit"/>
              </a:rPr>
              <a:t>Font:</a:t>
            </a:r>
            <a:endParaRPr lang="en-IN" sz="240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A9ED4D-9E68-A3CF-BBBB-A0A4B490EA5A}"/>
              </a:ext>
            </a:extLst>
          </p:cNvPr>
          <p:cNvSpPr txBox="1"/>
          <p:nvPr/>
        </p:nvSpPr>
        <p:spPr>
          <a:xfrm>
            <a:off x="697801" y="2804346"/>
            <a:ext cx="1765188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 err="1">
                <a:solidFill>
                  <a:schemeClr val="bg1"/>
                </a:solidFill>
                <a:latin typeface="Kanit" pitchFamily="2" charset="-34"/>
                <a:cs typeface="Kanit"/>
              </a:rPr>
              <a:t>Color</a:t>
            </a:r>
            <a:r>
              <a:rPr lang="en-IN" sz="2400">
                <a:solidFill>
                  <a:schemeClr val="bg1"/>
                </a:solidFill>
                <a:latin typeface="Kanit" pitchFamily="2" charset="-34"/>
                <a:cs typeface="Kanit"/>
              </a:rPr>
              <a:t> code:</a:t>
            </a:r>
            <a:endParaRPr lang="en-IN" sz="2400">
              <a:solidFill>
                <a:schemeClr val="bg1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3F0A17-86FB-3844-CF85-FE5E389D770D}"/>
              </a:ext>
            </a:extLst>
          </p:cNvPr>
          <p:cNvSpPr txBox="1"/>
          <p:nvPr/>
        </p:nvSpPr>
        <p:spPr>
          <a:xfrm>
            <a:off x="3029637" y="2827851"/>
            <a:ext cx="2163099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>
                <a:solidFill>
                  <a:srgbClr val="D6EF3F"/>
                </a:solidFill>
                <a:latin typeface="Kanit" pitchFamily="2" charset="-34"/>
                <a:cs typeface="Kanit"/>
              </a:rPr>
              <a:t>#D6EF3F</a:t>
            </a:r>
            <a:endParaRPr lang="en-IN" sz="2400">
              <a:solidFill>
                <a:srgbClr val="D6EF3F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39940E-6B7D-6690-4CA9-F3F0214AA253}"/>
              </a:ext>
            </a:extLst>
          </p:cNvPr>
          <p:cNvSpPr txBox="1"/>
          <p:nvPr/>
        </p:nvSpPr>
        <p:spPr>
          <a:xfrm>
            <a:off x="5530430" y="2827849"/>
            <a:ext cx="17026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>
                <a:solidFill>
                  <a:srgbClr val="33CC33"/>
                </a:solidFill>
                <a:latin typeface="Kanit" pitchFamily="2" charset="-34"/>
                <a:cs typeface="Kanit"/>
              </a:rPr>
              <a:t>#33CC33</a:t>
            </a:r>
            <a:endParaRPr lang="en-IN" sz="2400">
              <a:solidFill>
                <a:srgbClr val="33CC33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F9FA8A9-1A99-57F5-0C92-DBBF17CB68C3}"/>
              </a:ext>
            </a:extLst>
          </p:cNvPr>
          <p:cNvSpPr txBox="1"/>
          <p:nvPr/>
        </p:nvSpPr>
        <p:spPr>
          <a:xfrm>
            <a:off x="7624518" y="2827849"/>
            <a:ext cx="170260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>
                <a:solidFill>
                  <a:srgbClr val="3B82F6"/>
                </a:solidFill>
                <a:latin typeface="Kanit" pitchFamily="2" charset="-34"/>
                <a:cs typeface="Kanit"/>
              </a:rPr>
              <a:t>#33CC33</a:t>
            </a:r>
            <a:endParaRPr lang="en-IN" sz="2400">
              <a:solidFill>
                <a:srgbClr val="3B82F6"/>
              </a:solidFill>
              <a:latin typeface="Kanit" pitchFamily="2" charset="-34"/>
              <a:cs typeface="Kanit" pitchFamily="2" charset="-34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7C1E45F-D1B2-2AF1-FD13-8E28395E7EA6}"/>
              </a:ext>
            </a:extLst>
          </p:cNvPr>
          <p:cNvSpPr/>
          <p:nvPr/>
        </p:nvSpPr>
        <p:spPr>
          <a:xfrm>
            <a:off x="5283092" y="5643542"/>
            <a:ext cx="2003732" cy="703690"/>
          </a:xfrm>
          <a:prstGeom prst="roundRect">
            <a:avLst>
              <a:gd name="adj" fmla="val 20602"/>
            </a:avLst>
          </a:prstGeom>
          <a:solidFill>
            <a:srgbClr val="404C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D6EF3F"/>
                </a:solidFill>
              </a:ln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91864B-4FC2-771F-B431-C54A7111C52E}"/>
              </a:ext>
            </a:extLst>
          </p:cNvPr>
          <p:cNvSpPr txBox="1"/>
          <p:nvPr/>
        </p:nvSpPr>
        <p:spPr>
          <a:xfrm>
            <a:off x="9718605" y="2827850"/>
            <a:ext cx="1613575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>
                <a:solidFill>
                  <a:srgbClr val="404C78"/>
                </a:solidFill>
                <a:latin typeface="Kanit" pitchFamily="2" charset="-34"/>
                <a:cs typeface="Kanit"/>
              </a:rPr>
              <a:t>#404C78</a:t>
            </a:r>
            <a:endParaRPr lang="en-IN" sz="2400">
              <a:solidFill>
                <a:srgbClr val="404C78"/>
              </a:solidFill>
              <a:latin typeface="Kanit" pitchFamily="2" charset="-34"/>
              <a:cs typeface="Kanit" pitchFamily="2" charset="-34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24E67E0-55E4-4F42-16DA-17AC5603A4A9}"/>
              </a:ext>
            </a:extLst>
          </p:cNvPr>
          <p:cNvCxnSpPr/>
          <p:nvPr/>
        </p:nvCxnSpPr>
        <p:spPr>
          <a:xfrm>
            <a:off x="2636944" y="5953064"/>
            <a:ext cx="2022643" cy="0"/>
          </a:xfrm>
          <a:prstGeom prst="straightConnector1">
            <a:avLst/>
          </a:prstGeom>
          <a:ln w="22225">
            <a:solidFill>
              <a:srgbClr val="0D65F3"/>
            </a:solidFill>
            <a:headEnd type="none"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0E546DC-2445-C41F-E663-D3803DC92298}"/>
              </a:ext>
            </a:extLst>
          </p:cNvPr>
          <p:cNvCxnSpPr/>
          <p:nvPr/>
        </p:nvCxnSpPr>
        <p:spPr>
          <a:xfrm>
            <a:off x="7980357" y="5953064"/>
            <a:ext cx="2022643" cy="0"/>
          </a:xfrm>
          <a:prstGeom prst="straightConnector1">
            <a:avLst/>
          </a:prstGeom>
          <a:ln w="15875">
            <a:solidFill>
              <a:schemeClr val="bg1"/>
            </a:solidFill>
            <a:prstDash val="dash"/>
            <a:headEnd type="none" w="lg" len="med"/>
            <a:tailEnd type="triangle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0C5D369-444D-DCE5-B28B-3DCA6A93C3DB}"/>
              </a:ext>
            </a:extLst>
          </p:cNvPr>
          <p:cNvSpPr txBox="1"/>
          <p:nvPr/>
        </p:nvSpPr>
        <p:spPr>
          <a:xfrm>
            <a:off x="4697006" y="1629090"/>
            <a:ext cx="117035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400">
                <a:solidFill>
                  <a:schemeClr val="bg1"/>
                </a:solidFill>
                <a:latin typeface="Saira Medium" panose="00000600000000000000" pitchFamily="2" charset="0"/>
                <a:cs typeface="Kanit"/>
              </a:rPr>
              <a:t>Saira</a:t>
            </a:r>
            <a:endParaRPr lang="en-IN" sz="2400">
              <a:solidFill>
                <a:schemeClr val="bg1"/>
              </a:solidFill>
              <a:latin typeface="Saira Medium" panose="00000600000000000000" pitchFamily="2" charset="0"/>
              <a:cs typeface="Kanit" pitchFamily="2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9C3F32-5572-A46B-F085-8B3EABA4A8D2}"/>
              </a:ext>
            </a:extLst>
          </p:cNvPr>
          <p:cNvSpPr txBox="1"/>
          <p:nvPr/>
        </p:nvSpPr>
        <p:spPr>
          <a:xfrm>
            <a:off x="8564621" y="1678188"/>
            <a:ext cx="117035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2000" err="1">
                <a:solidFill>
                  <a:schemeClr val="bg1"/>
                </a:solidFill>
                <a:latin typeface="Saira Medium" panose="00000600000000000000" pitchFamily="2" charset="0"/>
                <a:cs typeface="Kanit"/>
              </a:rPr>
              <a:t>Kanit</a:t>
            </a:r>
            <a:endParaRPr lang="en-IN" sz="2000">
              <a:solidFill>
                <a:schemeClr val="bg1"/>
              </a:solidFill>
              <a:latin typeface="Saira Medium" panose="00000600000000000000" pitchFamily="2" charset="0"/>
              <a:cs typeface="Kanit" pitchFamily="2" charset="-34"/>
            </a:endParaRP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2FA68337-20CC-23AF-0079-30C1DC7D47BF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4298638" y="1461555"/>
            <a:ext cx="241168" cy="555568"/>
          </a:xfrm>
          <a:prstGeom prst="bentConnector2">
            <a:avLst/>
          </a:prstGeom>
          <a:ln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A31BB85D-79E4-F7C9-FEFB-F081BD3B5850}"/>
              </a:ext>
            </a:extLst>
          </p:cNvPr>
          <p:cNvCxnSpPr>
            <a:cxnSpLocks/>
            <a:stCxn id="3" idx="2"/>
            <a:endCxn id="15" idx="3"/>
          </p:cNvCxnSpPr>
          <p:nvPr/>
        </p:nvCxnSpPr>
        <p:spPr>
          <a:xfrm rot="5400000">
            <a:off x="5969837" y="1448026"/>
            <a:ext cx="309417" cy="514377"/>
          </a:xfrm>
          <a:prstGeom prst="bentConnector2">
            <a:avLst/>
          </a:prstGeom>
          <a:ln>
            <a:solidFill>
              <a:srgbClr val="3B82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: Diagonal Corners Rounded 29">
            <a:extLst>
              <a:ext uri="{FF2B5EF4-FFF2-40B4-BE49-F238E27FC236}">
                <a16:creationId xmlns:a16="http://schemas.microsoft.com/office/drawing/2014/main" id="{EDD66F4F-6087-550C-E383-3A46EBBDEB2F}"/>
              </a:ext>
            </a:extLst>
          </p:cNvPr>
          <p:cNvSpPr/>
          <p:nvPr/>
        </p:nvSpPr>
        <p:spPr>
          <a:xfrm>
            <a:off x="1209213" y="4476122"/>
            <a:ext cx="2022643" cy="703681"/>
          </a:xfrm>
          <a:prstGeom prst="round2DiagRect">
            <a:avLst>
              <a:gd name="adj1" fmla="val 33731"/>
              <a:gd name="adj2" fmla="val 0"/>
            </a:avLst>
          </a:prstGeom>
          <a:solidFill>
            <a:schemeClr val="tx1">
              <a:lumMod val="95000"/>
              <a:lumOff val="5000"/>
            </a:schemeClr>
          </a:solidFill>
          <a:ln w="28575">
            <a:solidFill>
              <a:srgbClr val="3B82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2281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 Design.pptx" id="{D9F28F51-CB74-4F1C-9C09-54F1F0D7627F}" vid="{C1347C5B-2E4E-4924-9724-D6019BAC94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Design</Template>
  <TotalTime>65</TotalTime>
  <Words>82</Words>
  <Application>Microsoft Office PowerPoint</Application>
  <PresentationFormat>Widescreen</PresentationFormat>
  <Paragraphs>19</Paragraphs>
  <Slides>8</Slides>
  <Notes>4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Dhaval Patel</dc:creator>
  <cp:lastModifiedBy>Dhaval Patel</cp:lastModifiedBy>
  <cp:revision>2</cp:revision>
  <dcterms:created xsi:type="dcterms:W3CDTF">2025-10-04T16:57:05Z</dcterms:created>
  <dcterms:modified xsi:type="dcterms:W3CDTF">2026-07-10T12:16:28Z</dcterms:modified>
</cp:coreProperties>
</file>